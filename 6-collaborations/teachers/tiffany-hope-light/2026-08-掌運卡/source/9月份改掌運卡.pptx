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7" r:id="rId2"/>
    <p:sldId id="258" r:id="rId3"/>
    <p:sldId id="259" r:id="rId4"/>
    <p:sldId id="314" r:id="rId5"/>
    <p:sldId id="315" r:id="rId6"/>
    <p:sldId id="260" r:id="rId7"/>
    <p:sldId id="261" r:id="rId8"/>
    <p:sldId id="262" r:id="rId9"/>
    <p:sldId id="324" r:id="rId10"/>
    <p:sldId id="263" r:id="rId11"/>
    <p:sldId id="264" r:id="rId12"/>
    <p:sldId id="265" r:id="rId13"/>
    <p:sldId id="266" r:id="rId14"/>
    <p:sldId id="268" r:id="rId15"/>
    <p:sldId id="322" r:id="rId16"/>
    <p:sldId id="323" r:id="rId17"/>
    <p:sldId id="269" r:id="rId18"/>
    <p:sldId id="270" r:id="rId19"/>
    <p:sldId id="284" r:id="rId20"/>
    <p:sldId id="271" r:id="rId21"/>
    <p:sldId id="325" r:id="rId22"/>
    <p:sldId id="272" r:id="rId23"/>
    <p:sldId id="286" r:id="rId24"/>
    <p:sldId id="273" r:id="rId25"/>
    <p:sldId id="274" r:id="rId26"/>
    <p:sldId id="288" r:id="rId27"/>
    <p:sldId id="275" r:id="rId28"/>
    <p:sldId id="290" r:id="rId29"/>
    <p:sldId id="276" r:id="rId30"/>
    <p:sldId id="277" r:id="rId31"/>
    <p:sldId id="278" r:id="rId32"/>
    <p:sldId id="279" r:id="rId33"/>
    <p:sldId id="280" r:id="rId34"/>
    <p:sldId id="281" r:id="rId35"/>
    <p:sldId id="317" r:id="rId36"/>
    <p:sldId id="299" r:id="rId37"/>
    <p:sldId id="300" r:id="rId38"/>
    <p:sldId id="301" r:id="rId39"/>
    <p:sldId id="302" r:id="rId40"/>
    <p:sldId id="312" r:id="rId41"/>
    <p:sldId id="304" r:id="rId42"/>
    <p:sldId id="310" r:id="rId43"/>
    <p:sldId id="305" r:id="rId44"/>
    <p:sldId id="306" r:id="rId45"/>
    <p:sldId id="307" r:id="rId46"/>
    <p:sldId id="308" r:id="rId47"/>
    <p:sldId id="309" r:id="rId48"/>
    <p:sldId id="311" r:id="rId49"/>
    <p:sldId id="295" r:id="rId50"/>
    <p:sldId id="318" r:id="rId51"/>
    <p:sldId id="296" r:id="rId52"/>
    <p:sldId id="297" r:id="rId53"/>
    <p:sldId id="313" r:id="rId54"/>
    <p:sldId id="321" r:id="rId55"/>
    <p:sldId id="320" r:id="rId56"/>
  </p:sldIdLst>
  <p:sldSz cx="12192000" cy="7559675"/>
  <p:notesSz cx="9926638" cy="67976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預設章節" id="{98D428E9-AC6B-4127-BCAF-77B4D5BCB35D}">
          <p14:sldIdLst>
            <p14:sldId id="257"/>
            <p14:sldId id="258"/>
            <p14:sldId id="259"/>
            <p14:sldId id="314"/>
            <p14:sldId id="315"/>
            <p14:sldId id="260"/>
          </p14:sldIdLst>
        </p14:section>
        <p14:section name="未命名的章節" id="{0F453BC1-F0C3-4B20-95E7-DFD456F5D3CE}">
          <p14:sldIdLst>
            <p14:sldId id="261"/>
            <p14:sldId id="262"/>
            <p14:sldId id="324"/>
            <p14:sldId id="263"/>
            <p14:sldId id="264"/>
            <p14:sldId id="265"/>
            <p14:sldId id="266"/>
            <p14:sldId id="268"/>
            <p14:sldId id="322"/>
            <p14:sldId id="323"/>
            <p14:sldId id="269"/>
            <p14:sldId id="270"/>
            <p14:sldId id="284"/>
            <p14:sldId id="271"/>
            <p14:sldId id="325"/>
            <p14:sldId id="272"/>
            <p14:sldId id="286"/>
            <p14:sldId id="273"/>
            <p14:sldId id="274"/>
            <p14:sldId id="288"/>
            <p14:sldId id="275"/>
            <p14:sldId id="290"/>
            <p14:sldId id="276"/>
            <p14:sldId id="277"/>
            <p14:sldId id="278"/>
            <p14:sldId id="279"/>
            <p14:sldId id="280"/>
            <p14:sldId id="281"/>
            <p14:sldId id="317"/>
            <p14:sldId id="299"/>
            <p14:sldId id="300"/>
            <p14:sldId id="301"/>
            <p14:sldId id="302"/>
            <p14:sldId id="312"/>
            <p14:sldId id="304"/>
            <p14:sldId id="310"/>
            <p14:sldId id="305"/>
            <p14:sldId id="306"/>
            <p14:sldId id="307"/>
            <p14:sldId id="308"/>
            <p14:sldId id="309"/>
            <p14:sldId id="311"/>
            <p14:sldId id="295"/>
            <p14:sldId id="318"/>
            <p14:sldId id="296"/>
            <p14:sldId id="297"/>
            <p14:sldId id="313"/>
            <p14:sldId id="321"/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7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珈語 李" initials="珈李" lastIdx="2" clrIdx="0">
    <p:extLst>
      <p:ext uri="{19B8F6BF-5375-455C-9EA6-DF929625EA0E}">
        <p15:presenceInfo xmlns:p15="http://schemas.microsoft.com/office/powerpoint/2012/main" userId="5cba3f8b20e572c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DDF0C8"/>
    <a:srgbClr val="95A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 autoAdjust="0"/>
    <p:restoredTop sz="94660"/>
  </p:normalViewPr>
  <p:slideViewPr>
    <p:cSldViewPr snapToGrid="0">
      <p:cViewPr varScale="1">
        <p:scale>
          <a:sx n="95" d="100"/>
          <a:sy n="95" d="100"/>
        </p:scale>
        <p:origin x="972" y="84"/>
      </p:cViewPr>
      <p:guideLst>
        <p:guide orient="horz" pos="3175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珈語 李" userId="5cba3f8b20e572ca" providerId="LiveId" clId="{523EFB7D-65A4-4084-ADAA-7BC2DA70C4BA}"/>
    <pc:docChg chg="undo custSel addSld modSld sldOrd modSection">
      <pc:chgData name="珈語 李" userId="5cba3f8b20e572ca" providerId="LiveId" clId="{523EFB7D-65A4-4084-ADAA-7BC2DA70C4BA}" dt="2025-05-29T05:23:19.034" v="6146" actId="20577"/>
      <pc:docMkLst>
        <pc:docMk/>
      </pc:docMkLst>
      <pc:sldChg chg="modSp mod ord">
        <pc:chgData name="珈語 李" userId="5cba3f8b20e572ca" providerId="LiveId" clId="{523EFB7D-65A4-4084-ADAA-7BC2DA70C4BA}" dt="2025-05-27T07:03:55.059" v="654"/>
        <pc:sldMkLst>
          <pc:docMk/>
          <pc:sldMk cId="0" sldId="260"/>
        </pc:sldMkLst>
        <pc:spChg chg="mod">
          <ac:chgData name="珈語 李" userId="5cba3f8b20e572ca" providerId="LiveId" clId="{523EFB7D-65A4-4084-ADAA-7BC2DA70C4BA}" dt="2025-05-26T11:38:57.573" v="110" actId="20577"/>
          <ac:spMkLst>
            <pc:docMk/>
            <pc:sldMk cId="0" sldId="260"/>
            <ac:spMk id="8" creationId="{00000000-0000-0000-0000-000000000000}"/>
          </ac:spMkLst>
        </pc:spChg>
      </pc:sldChg>
      <pc:sldChg chg="addSp delSp modSp mod ord modNotesTx">
        <pc:chgData name="珈語 李" userId="5cba3f8b20e572ca" providerId="LiveId" clId="{523EFB7D-65A4-4084-ADAA-7BC2DA70C4BA}" dt="2025-05-27T11:39:21.316" v="3547"/>
        <pc:sldMkLst>
          <pc:docMk/>
          <pc:sldMk cId="0" sldId="261"/>
        </pc:sldMkLst>
        <pc:spChg chg="add">
          <ac:chgData name="珈語 李" userId="5cba3f8b20e572ca" providerId="LiveId" clId="{523EFB7D-65A4-4084-ADAA-7BC2DA70C4BA}" dt="2025-05-26T11:45:48.755" v="375" actId="22"/>
          <ac:spMkLst>
            <pc:docMk/>
            <pc:sldMk cId="0" sldId="261"/>
            <ac:spMk id="3" creationId="{DF95E549-8F4C-10B4-3C86-22E9399D1AA8}"/>
          </ac:spMkLst>
        </pc:spChg>
        <pc:spChg chg="add mod">
          <ac:chgData name="珈語 李" userId="5cba3f8b20e572ca" providerId="LiveId" clId="{523EFB7D-65A4-4084-ADAA-7BC2DA70C4BA}" dt="2025-05-27T11:37:29.836" v="3536" actId="14100"/>
          <ac:spMkLst>
            <pc:docMk/>
            <pc:sldMk cId="0" sldId="261"/>
            <ac:spMk id="5" creationId="{126B6FB4-B589-7629-94FB-3D61FE2C608D}"/>
          </ac:spMkLst>
        </pc:spChg>
        <pc:spChg chg="mod">
          <ac:chgData name="珈語 李" userId="5cba3f8b20e572ca" providerId="LiveId" clId="{523EFB7D-65A4-4084-ADAA-7BC2DA70C4BA}" dt="2025-05-27T11:34:01.608" v="3416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珈語 李" userId="5cba3f8b20e572ca" providerId="LiveId" clId="{523EFB7D-65A4-4084-ADAA-7BC2DA70C4BA}" dt="2025-05-27T11:33:54.173" v="3415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珈語 李" userId="5cba3f8b20e572ca" providerId="LiveId" clId="{523EFB7D-65A4-4084-ADAA-7BC2DA70C4BA}" dt="2025-05-27T11:32:54.219" v="3406" actId="1076"/>
          <ac:spMkLst>
            <pc:docMk/>
            <pc:sldMk cId="0" sldId="261"/>
            <ac:spMk id="1048625" creationId="{00000000-0000-0000-0000-000000000000}"/>
          </ac:spMkLst>
        </pc:spChg>
        <pc:spChg chg="mod">
          <ac:chgData name="珈語 李" userId="5cba3f8b20e572ca" providerId="LiveId" clId="{523EFB7D-65A4-4084-ADAA-7BC2DA70C4BA}" dt="2025-05-27T11:38:40.598" v="3545" actId="20577"/>
          <ac:spMkLst>
            <pc:docMk/>
            <pc:sldMk cId="0" sldId="261"/>
            <ac:spMk id="1048626" creationId="{00000000-0000-0000-0000-000000000000}"/>
          </ac:spMkLst>
        </pc:spChg>
      </pc:sldChg>
      <pc:sldChg chg="addSp delSp modSp mod ord">
        <pc:chgData name="珈語 李" userId="5cba3f8b20e572ca" providerId="LiveId" clId="{523EFB7D-65A4-4084-ADAA-7BC2DA70C4BA}" dt="2025-05-27T07:10:23.412" v="718" actId="1076"/>
        <pc:sldMkLst>
          <pc:docMk/>
          <pc:sldMk cId="0" sldId="262"/>
        </pc:sldMkLst>
        <pc:spChg chg="add mod">
          <ac:chgData name="珈語 李" userId="5cba3f8b20e572ca" providerId="LiveId" clId="{523EFB7D-65A4-4084-ADAA-7BC2DA70C4BA}" dt="2025-05-27T07:08:29.771" v="675" actId="1076"/>
          <ac:spMkLst>
            <pc:docMk/>
            <pc:sldMk cId="0" sldId="262"/>
            <ac:spMk id="2" creationId="{837B35E4-BEB0-C160-500D-5E95B81A79CC}"/>
          </ac:spMkLst>
        </pc:spChg>
        <pc:spChg chg="add mod">
          <ac:chgData name="珈語 李" userId="5cba3f8b20e572ca" providerId="LiveId" clId="{523EFB7D-65A4-4084-ADAA-7BC2DA70C4BA}" dt="2025-05-27T07:10:23.412" v="718" actId="1076"/>
          <ac:spMkLst>
            <pc:docMk/>
            <pc:sldMk cId="0" sldId="262"/>
            <ac:spMk id="4" creationId="{0F8E7269-6361-8C57-B761-596FC83BE9EE}"/>
          </ac:spMkLst>
        </pc:spChg>
        <pc:spChg chg="mod">
          <ac:chgData name="珈語 李" userId="5cba3f8b20e572ca" providerId="LiveId" clId="{523EFB7D-65A4-4084-ADAA-7BC2DA70C4BA}" dt="2025-05-27T07:07:44.772" v="665" actId="1076"/>
          <ac:spMkLst>
            <pc:docMk/>
            <pc:sldMk cId="0" sldId="262"/>
            <ac:spMk id="1048629" creationId="{00000000-0000-0000-0000-000000000000}"/>
          </ac:spMkLst>
        </pc:spChg>
        <pc:spChg chg="mod">
          <ac:chgData name="珈語 李" userId="5cba3f8b20e572ca" providerId="LiveId" clId="{523EFB7D-65A4-4084-ADAA-7BC2DA70C4BA}" dt="2025-05-27T07:05:23.557" v="659" actId="1076"/>
          <ac:spMkLst>
            <pc:docMk/>
            <pc:sldMk cId="0" sldId="262"/>
            <ac:spMk id="1048631" creationId="{00000000-0000-0000-0000-000000000000}"/>
          </ac:spMkLst>
        </pc:spChg>
        <pc:spChg chg="mod">
          <ac:chgData name="珈語 李" userId="5cba3f8b20e572ca" providerId="LiveId" clId="{523EFB7D-65A4-4084-ADAA-7BC2DA70C4BA}" dt="2025-05-27T07:05:17.896" v="658" actId="14100"/>
          <ac:spMkLst>
            <pc:docMk/>
            <pc:sldMk cId="0" sldId="262"/>
            <ac:spMk id="1048632" creationId="{00000000-0000-0000-0000-000000000000}"/>
          </ac:spMkLst>
        </pc:spChg>
      </pc:sldChg>
      <pc:sldChg chg="modSp mod ord">
        <pc:chgData name="珈語 李" userId="5cba3f8b20e572ca" providerId="LiveId" clId="{523EFB7D-65A4-4084-ADAA-7BC2DA70C4BA}" dt="2025-05-26T11:54:54.610" v="650" actId="20577"/>
        <pc:sldMkLst>
          <pc:docMk/>
          <pc:sldMk cId="0" sldId="263"/>
        </pc:sldMkLst>
        <pc:spChg chg="mod">
          <ac:chgData name="珈語 李" userId="5cba3f8b20e572ca" providerId="LiveId" clId="{523EFB7D-65A4-4084-ADAA-7BC2DA70C4BA}" dt="2025-05-26T11:54:54.610" v="650" actId="20577"/>
          <ac:spMkLst>
            <pc:docMk/>
            <pc:sldMk cId="0" sldId="263"/>
            <ac:spMk id="1048640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7T11:42:59.806" v="3556"/>
        <pc:sldMkLst>
          <pc:docMk/>
          <pc:sldMk cId="0" sldId="268"/>
        </pc:sldMkLst>
        <pc:spChg chg="mod">
          <ac:chgData name="珈語 李" userId="5cba3f8b20e572ca" providerId="LiveId" clId="{523EFB7D-65A4-4084-ADAA-7BC2DA70C4BA}" dt="2025-05-27T11:42:59.806" v="3556"/>
          <ac:spMkLst>
            <pc:docMk/>
            <pc:sldMk cId="0" sldId="268"/>
            <ac:spMk id="1048666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7T11:44:43.653" v="3577" actId="20577"/>
        <pc:sldMkLst>
          <pc:docMk/>
          <pc:sldMk cId="0" sldId="269"/>
        </pc:sldMkLst>
        <pc:spChg chg="mod">
          <ac:chgData name="珈語 李" userId="5cba3f8b20e572ca" providerId="LiveId" clId="{523EFB7D-65A4-4084-ADAA-7BC2DA70C4BA}" dt="2025-05-27T11:44:43.653" v="3577" actId="2057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珈語 李" userId="5cba3f8b20e572ca" providerId="LiveId" clId="{523EFB7D-65A4-4084-ADAA-7BC2DA70C4BA}" dt="2025-05-27T07:11:55.292" v="759" actId="20577"/>
          <ac:spMkLst>
            <pc:docMk/>
            <pc:sldMk cId="0" sldId="269"/>
            <ac:spMk id="1048675" creationId="{00000000-0000-0000-0000-000000000000}"/>
          </ac:spMkLst>
        </pc:spChg>
        <pc:spChg chg="mod">
          <ac:chgData name="珈語 李" userId="5cba3f8b20e572ca" providerId="LiveId" clId="{523EFB7D-65A4-4084-ADAA-7BC2DA70C4BA}" dt="2025-05-27T11:44:11.444" v="3558" actId="20577"/>
          <ac:spMkLst>
            <pc:docMk/>
            <pc:sldMk cId="0" sldId="269"/>
            <ac:spMk id="1048676" creationId="{00000000-0000-0000-0000-000000000000}"/>
          </ac:spMkLst>
        </pc:spChg>
      </pc:sldChg>
      <pc:sldChg chg="addSp delSp modSp mod chgLayout">
        <pc:chgData name="珈語 李" userId="5cba3f8b20e572ca" providerId="LiveId" clId="{523EFB7D-65A4-4084-ADAA-7BC2DA70C4BA}" dt="2025-05-27T11:50:02.170" v="3649" actId="20577"/>
        <pc:sldMkLst>
          <pc:docMk/>
          <pc:sldMk cId="0" sldId="270"/>
        </pc:sldMkLst>
        <pc:spChg chg="add mod">
          <ac:chgData name="珈語 李" userId="5cba3f8b20e572ca" providerId="LiveId" clId="{523EFB7D-65A4-4084-ADAA-7BC2DA70C4BA}" dt="2025-05-27T07:22:58.182" v="1013" actId="1076"/>
          <ac:spMkLst>
            <pc:docMk/>
            <pc:sldMk cId="0" sldId="270"/>
            <ac:spMk id="3" creationId="{A136FCD7-F6D2-0BD2-6875-EB4914712577}"/>
          </ac:spMkLst>
        </pc:spChg>
        <pc:spChg chg="mod ord">
          <ac:chgData name="珈語 李" userId="5cba3f8b20e572ca" providerId="LiveId" clId="{523EFB7D-65A4-4084-ADAA-7BC2DA70C4BA}" dt="2025-05-27T11:46:13.251" v="3583" actId="6264"/>
          <ac:spMkLst>
            <pc:docMk/>
            <pc:sldMk cId="0" sldId="270"/>
            <ac:spMk id="11" creationId="{00000000-0000-0000-0000-000000000000}"/>
          </ac:spMkLst>
        </pc:spChg>
        <pc:spChg chg="mod">
          <ac:chgData name="珈語 李" userId="5cba3f8b20e572ca" providerId="LiveId" clId="{523EFB7D-65A4-4084-ADAA-7BC2DA70C4BA}" dt="2025-05-27T11:47:35.093" v="3618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珈語 李" userId="5cba3f8b20e572ca" providerId="LiveId" clId="{523EFB7D-65A4-4084-ADAA-7BC2DA70C4BA}" dt="2025-05-27T11:47:45.043" v="3619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珈語 李" userId="5cba3f8b20e572ca" providerId="LiveId" clId="{523EFB7D-65A4-4084-ADAA-7BC2DA70C4BA}" dt="2025-05-27T11:48:32.145" v="3626" actId="1076"/>
          <ac:spMkLst>
            <pc:docMk/>
            <pc:sldMk cId="0" sldId="270"/>
            <ac:spMk id="1048681" creationId="{00000000-0000-0000-0000-000000000000}"/>
          </ac:spMkLst>
        </pc:spChg>
        <pc:spChg chg="mod">
          <ac:chgData name="珈語 李" userId="5cba3f8b20e572ca" providerId="LiveId" clId="{523EFB7D-65A4-4084-ADAA-7BC2DA70C4BA}" dt="2025-05-27T11:50:02.170" v="3649" actId="20577"/>
          <ac:spMkLst>
            <pc:docMk/>
            <pc:sldMk cId="0" sldId="270"/>
            <ac:spMk id="1048682" creationId="{00000000-0000-0000-0000-000000000000}"/>
          </ac:spMkLst>
        </pc:spChg>
        <pc:picChg chg="mod">
          <ac:chgData name="珈語 李" userId="5cba3f8b20e572ca" providerId="LiveId" clId="{523EFB7D-65A4-4084-ADAA-7BC2DA70C4BA}" dt="2025-05-27T11:47:48.559" v="3620" actId="1076"/>
          <ac:picMkLst>
            <pc:docMk/>
            <pc:sldMk cId="0" sldId="270"/>
            <ac:picMk id="5" creationId="{00000000-0000-0000-0000-000000000000}"/>
          </ac:picMkLst>
        </pc:picChg>
      </pc:sldChg>
      <pc:sldChg chg="modSp mod">
        <pc:chgData name="珈語 李" userId="5cba3f8b20e572ca" providerId="LiveId" clId="{523EFB7D-65A4-4084-ADAA-7BC2DA70C4BA}" dt="2025-05-27T11:51:38.772" v="3655" actId="20577"/>
        <pc:sldMkLst>
          <pc:docMk/>
          <pc:sldMk cId="0" sldId="271"/>
        </pc:sldMkLst>
        <pc:spChg chg="mod">
          <ac:chgData name="珈語 李" userId="5cba3f8b20e572ca" providerId="LiveId" clId="{523EFB7D-65A4-4084-ADAA-7BC2DA70C4BA}" dt="2025-05-27T11:51:38.772" v="3655" actId="20577"/>
          <ac:spMkLst>
            <pc:docMk/>
            <pc:sldMk cId="0" sldId="271"/>
            <ac:spMk id="9" creationId="{00000000-0000-0000-0000-000000000000}"/>
          </ac:spMkLst>
        </pc:spChg>
        <pc:spChg chg="mod">
          <ac:chgData name="珈語 李" userId="5cba3f8b20e572ca" providerId="LiveId" clId="{523EFB7D-65A4-4084-ADAA-7BC2DA70C4BA}" dt="2025-05-27T07:41:55.814" v="1575"/>
          <ac:spMkLst>
            <pc:docMk/>
            <pc:sldMk cId="0" sldId="271"/>
            <ac:spMk id="1048687" creationId="{00000000-0000-0000-0000-000000000000}"/>
          </ac:spMkLst>
        </pc:spChg>
        <pc:picChg chg="mod">
          <ac:chgData name="珈語 李" userId="5cba3f8b20e572ca" providerId="LiveId" clId="{523EFB7D-65A4-4084-ADAA-7BC2DA70C4BA}" dt="2025-05-27T07:41:30.732" v="1561" actId="1076"/>
          <ac:picMkLst>
            <pc:docMk/>
            <pc:sldMk cId="0" sldId="271"/>
            <ac:picMk id="11" creationId="{00000000-0000-0000-0000-000000000000}"/>
          </ac:picMkLst>
        </pc:picChg>
      </pc:sldChg>
      <pc:sldChg chg="modSp mod">
        <pc:chgData name="珈語 李" userId="5cba3f8b20e572ca" providerId="LiveId" clId="{523EFB7D-65A4-4084-ADAA-7BC2DA70C4BA}" dt="2025-05-27T11:53:43.908" v="3662" actId="20577"/>
        <pc:sldMkLst>
          <pc:docMk/>
          <pc:sldMk cId="0" sldId="272"/>
        </pc:sldMkLst>
        <pc:spChg chg="mod">
          <ac:chgData name="珈語 李" userId="5cba3f8b20e572ca" providerId="LiveId" clId="{523EFB7D-65A4-4084-ADAA-7BC2DA70C4BA}" dt="2025-05-27T07:47:52.152" v="1736" actId="2057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珈語 李" userId="5cba3f8b20e572ca" providerId="LiveId" clId="{523EFB7D-65A4-4084-ADAA-7BC2DA70C4BA}" dt="2025-05-27T11:53:43.908" v="3662" actId="20577"/>
          <ac:spMkLst>
            <pc:docMk/>
            <pc:sldMk cId="0" sldId="272"/>
            <ac:spMk id="1048692" creationId="{00000000-0000-0000-0000-000000000000}"/>
          </ac:spMkLst>
        </pc:spChg>
        <pc:spChg chg="mod">
          <ac:chgData name="珈語 李" userId="5cba3f8b20e572ca" providerId="LiveId" clId="{523EFB7D-65A4-4084-ADAA-7BC2DA70C4BA}" dt="2025-05-27T11:53:16.026" v="3660" actId="1076"/>
          <ac:spMkLst>
            <pc:docMk/>
            <pc:sldMk cId="0" sldId="272"/>
            <ac:spMk id="1048693" creationId="{00000000-0000-0000-0000-000000000000}"/>
          </ac:spMkLst>
        </pc:spChg>
        <pc:picChg chg="mod">
          <ac:chgData name="珈語 李" userId="5cba3f8b20e572ca" providerId="LiveId" clId="{523EFB7D-65A4-4084-ADAA-7BC2DA70C4BA}" dt="2025-05-27T11:53:18.344" v="3661" actId="1076"/>
          <ac:picMkLst>
            <pc:docMk/>
            <pc:sldMk cId="0" sldId="272"/>
            <ac:picMk id="14" creationId="{00000000-0000-0000-0000-000000000000}"/>
          </ac:picMkLst>
        </pc:picChg>
      </pc:sldChg>
      <pc:sldChg chg="addSp delSp modSp mod">
        <pc:chgData name="珈語 李" userId="5cba3f8b20e572ca" providerId="LiveId" clId="{523EFB7D-65A4-4084-ADAA-7BC2DA70C4BA}" dt="2025-05-27T12:07:03.863" v="3704"/>
        <pc:sldMkLst>
          <pc:docMk/>
          <pc:sldMk cId="0" sldId="273"/>
        </pc:sldMkLst>
        <pc:spChg chg="mod">
          <ac:chgData name="珈語 李" userId="5cba3f8b20e572ca" providerId="LiveId" clId="{523EFB7D-65A4-4084-ADAA-7BC2DA70C4BA}" dt="2025-05-27T07:53:32.655" v="1799" actId="1076"/>
          <ac:spMkLst>
            <pc:docMk/>
            <pc:sldMk cId="0" sldId="273"/>
            <ac:spMk id="1048697" creationId="{00000000-0000-0000-0000-000000000000}"/>
          </ac:spMkLst>
        </pc:spChg>
        <pc:spChg chg="mod">
          <ac:chgData name="珈語 李" userId="5cba3f8b20e572ca" providerId="LiveId" clId="{523EFB7D-65A4-4084-ADAA-7BC2DA70C4BA}" dt="2025-05-27T12:04:01.347" v="3701" actId="20577"/>
          <ac:spMkLst>
            <pc:docMk/>
            <pc:sldMk cId="0" sldId="273"/>
            <ac:spMk id="1048698" creationId="{00000000-0000-0000-0000-000000000000}"/>
          </ac:spMkLst>
        </pc:spChg>
        <pc:picChg chg="mod">
          <ac:chgData name="珈語 李" userId="5cba3f8b20e572ca" providerId="LiveId" clId="{523EFB7D-65A4-4084-ADAA-7BC2DA70C4BA}" dt="2025-05-27T07:53:43.824" v="1801" actId="1076"/>
          <ac:picMkLst>
            <pc:docMk/>
            <pc:sldMk cId="0" sldId="273"/>
            <ac:picMk id="11" creationId="{00000000-0000-0000-0000-000000000000}"/>
          </ac:picMkLst>
        </pc:picChg>
      </pc:sldChg>
      <pc:sldChg chg="addSp modSp mod">
        <pc:chgData name="珈語 李" userId="5cba3f8b20e572ca" providerId="LiveId" clId="{523EFB7D-65A4-4084-ADAA-7BC2DA70C4BA}" dt="2025-05-27T08:15:49.887" v="2109" actId="1076"/>
        <pc:sldMkLst>
          <pc:docMk/>
          <pc:sldMk cId="0" sldId="274"/>
        </pc:sldMkLst>
        <pc:spChg chg="add mod">
          <ac:chgData name="珈語 李" userId="5cba3f8b20e572ca" providerId="LiveId" clId="{523EFB7D-65A4-4084-ADAA-7BC2DA70C4BA}" dt="2025-05-27T08:15:49.887" v="2109" actId="1076"/>
          <ac:spMkLst>
            <pc:docMk/>
            <pc:sldMk cId="0" sldId="274"/>
            <ac:spMk id="2" creationId="{29F0F63E-9C5D-3AE1-9C1C-3222F198F7FB}"/>
          </ac:spMkLst>
        </pc:spChg>
        <pc:spChg chg="mod">
          <ac:chgData name="珈語 李" userId="5cba3f8b20e572ca" providerId="LiveId" clId="{523EFB7D-65A4-4084-ADAA-7BC2DA70C4BA}" dt="2025-05-27T08:14:14.649" v="2053" actId="1076"/>
          <ac:spMkLst>
            <pc:docMk/>
            <pc:sldMk cId="0" sldId="274"/>
            <ac:spMk id="14" creationId="{00000000-0000-0000-0000-000000000000}"/>
          </ac:spMkLst>
        </pc:spChg>
        <pc:spChg chg="mod">
          <ac:chgData name="珈語 李" userId="5cba3f8b20e572ca" providerId="LiveId" clId="{523EFB7D-65A4-4084-ADAA-7BC2DA70C4BA}" dt="2025-05-27T08:02:45.946" v="1994" actId="255"/>
          <ac:spMkLst>
            <pc:docMk/>
            <pc:sldMk cId="0" sldId="274"/>
            <ac:spMk id="1048706" creationId="{00000000-0000-0000-0000-000000000000}"/>
          </ac:spMkLst>
        </pc:spChg>
        <pc:spChg chg="mod">
          <ac:chgData name="珈語 李" userId="5cba3f8b20e572ca" providerId="LiveId" clId="{523EFB7D-65A4-4084-ADAA-7BC2DA70C4BA}" dt="2025-05-27T08:13:33.961" v="2050" actId="20577"/>
          <ac:spMkLst>
            <pc:docMk/>
            <pc:sldMk cId="0" sldId="274"/>
            <ac:spMk id="1048707" creationId="{00000000-0000-0000-0000-000000000000}"/>
          </ac:spMkLst>
        </pc:spChg>
        <pc:picChg chg="mod">
          <ac:chgData name="珈語 李" userId="5cba3f8b20e572ca" providerId="LiveId" clId="{523EFB7D-65A4-4084-ADAA-7BC2DA70C4BA}" dt="2025-05-27T08:05:09.281" v="1995" actId="1076"/>
          <ac:picMkLst>
            <pc:docMk/>
            <pc:sldMk cId="0" sldId="274"/>
            <ac:picMk id="15" creationId="{00000000-0000-0000-0000-000000000000}"/>
          </ac:picMkLst>
        </pc:picChg>
      </pc:sldChg>
      <pc:sldChg chg="modSp mod">
        <pc:chgData name="珈語 李" userId="5cba3f8b20e572ca" providerId="LiveId" clId="{523EFB7D-65A4-4084-ADAA-7BC2DA70C4BA}" dt="2025-05-27T08:24:22.475" v="2237" actId="20577"/>
        <pc:sldMkLst>
          <pc:docMk/>
          <pc:sldMk cId="0" sldId="275"/>
        </pc:sldMkLst>
        <pc:spChg chg="mod">
          <ac:chgData name="珈語 李" userId="5cba3f8b20e572ca" providerId="LiveId" clId="{523EFB7D-65A4-4084-ADAA-7BC2DA70C4BA}" dt="2025-05-27T08:23:22.829" v="2228" actId="1076"/>
          <ac:spMkLst>
            <pc:docMk/>
            <pc:sldMk cId="0" sldId="275"/>
            <ac:spMk id="1048712" creationId="{00000000-0000-0000-0000-000000000000}"/>
          </ac:spMkLst>
        </pc:spChg>
        <pc:spChg chg="mod">
          <ac:chgData name="珈語 李" userId="5cba3f8b20e572ca" providerId="LiveId" clId="{523EFB7D-65A4-4084-ADAA-7BC2DA70C4BA}" dt="2025-05-27T08:23:41.447" v="2231" actId="20577"/>
          <ac:spMkLst>
            <pc:docMk/>
            <pc:sldMk cId="0" sldId="275"/>
            <ac:spMk id="1048716" creationId="{00000000-0000-0000-0000-000000000000}"/>
          </ac:spMkLst>
        </pc:spChg>
        <pc:spChg chg="mod">
          <ac:chgData name="珈語 李" userId="5cba3f8b20e572ca" providerId="LiveId" clId="{523EFB7D-65A4-4084-ADAA-7BC2DA70C4BA}" dt="2025-05-27T08:24:22.475" v="2237" actId="20577"/>
          <ac:spMkLst>
            <pc:docMk/>
            <pc:sldMk cId="0" sldId="275"/>
            <ac:spMk id="1048717" creationId="{00000000-0000-0000-0000-000000000000}"/>
          </ac:spMkLst>
        </pc:spChg>
        <pc:picChg chg="mod">
          <ac:chgData name="珈語 李" userId="5cba3f8b20e572ca" providerId="LiveId" clId="{523EFB7D-65A4-4084-ADAA-7BC2DA70C4BA}" dt="2025-05-27T08:24:08.466" v="2236" actId="1076"/>
          <ac:picMkLst>
            <pc:docMk/>
            <pc:sldMk cId="0" sldId="275"/>
            <ac:picMk id="13" creationId="{00000000-0000-0000-0000-000000000000}"/>
          </ac:picMkLst>
        </pc:picChg>
      </pc:sldChg>
      <pc:sldChg chg="modSp mod">
        <pc:chgData name="珈語 李" userId="5cba3f8b20e572ca" providerId="LiveId" clId="{523EFB7D-65A4-4084-ADAA-7BC2DA70C4BA}" dt="2025-05-27T12:09:48.497" v="3707" actId="20577"/>
        <pc:sldMkLst>
          <pc:docMk/>
          <pc:sldMk cId="0" sldId="276"/>
        </pc:sldMkLst>
        <pc:spChg chg="mod">
          <ac:chgData name="珈語 李" userId="5cba3f8b20e572ca" providerId="LiveId" clId="{523EFB7D-65A4-4084-ADAA-7BC2DA70C4BA}" dt="2025-05-27T08:31:46.544" v="2350"/>
          <ac:spMkLst>
            <pc:docMk/>
            <pc:sldMk cId="0" sldId="276"/>
            <ac:spMk id="9" creationId="{00000000-0000-0000-0000-000000000000}"/>
          </ac:spMkLst>
        </pc:spChg>
        <pc:spChg chg="mod">
          <ac:chgData name="珈語 李" userId="5cba3f8b20e572ca" providerId="LiveId" clId="{523EFB7D-65A4-4084-ADAA-7BC2DA70C4BA}" dt="2025-05-27T08:29:25.322" v="2283" actId="20577"/>
          <ac:spMkLst>
            <pc:docMk/>
            <pc:sldMk cId="0" sldId="276"/>
            <ac:spMk id="1048722" creationId="{00000000-0000-0000-0000-000000000000}"/>
          </ac:spMkLst>
        </pc:spChg>
        <pc:spChg chg="mod">
          <ac:chgData name="珈語 李" userId="5cba3f8b20e572ca" providerId="LiveId" clId="{523EFB7D-65A4-4084-ADAA-7BC2DA70C4BA}" dt="2025-05-27T12:09:48.497" v="3707" actId="20577"/>
          <ac:spMkLst>
            <pc:docMk/>
            <pc:sldMk cId="0" sldId="276"/>
            <ac:spMk id="1048723" creationId="{00000000-0000-0000-0000-000000000000}"/>
          </ac:spMkLst>
        </pc:spChg>
        <pc:picChg chg="mod">
          <ac:chgData name="珈語 李" userId="5cba3f8b20e572ca" providerId="LiveId" clId="{523EFB7D-65A4-4084-ADAA-7BC2DA70C4BA}" dt="2025-05-27T08:29:49.677" v="2288" actId="1076"/>
          <ac:picMkLst>
            <pc:docMk/>
            <pc:sldMk cId="0" sldId="276"/>
            <ac:picMk id="12" creationId="{00000000-0000-0000-0000-000000000000}"/>
          </ac:picMkLst>
        </pc:picChg>
      </pc:sldChg>
      <pc:sldChg chg="addSp modSp mod">
        <pc:chgData name="珈語 李" userId="5cba3f8b20e572ca" providerId="LiveId" clId="{523EFB7D-65A4-4084-ADAA-7BC2DA70C4BA}" dt="2025-05-27T08:47:45.931" v="2578" actId="1076"/>
        <pc:sldMkLst>
          <pc:docMk/>
          <pc:sldMk cId="0" sldId="277"/>
        </pc:sldMkLst>
        <pc:spChg chg="add mod">
          <ac:chgData name="珈語 李" userId="5cba3f8b20e572ca" providerId="LiveId" clId="{523EFB7D-65A4-4084-ADAA-7BC2DA70C4BA}" dt="2025-05-27T08:38:57.219" v="2486" actId="255"/>
          <ac:spMkLst>
            <pc:docMk/>
            <pc:sldMk cId="0" sldId="277"/>
            <ac:spMk id="2" creationId="{CC139886-9E1E-DE93-0959-125943EF3AAE}"/>
          </ac:spMkLst>
        </pc:spChg>
        <pc:spChg chg="mod">
          <ac:chgData name="珈語 李" userId="5cba3f8b20e572ca" providerId="LiveId" clId="{523EFB7D-65A4-4084-ADAA-7BC2DA70C4BA}" dt="2025-05-27T08:46:13.276" v="2572" actId="20577"/>
          <ac:spMkLst>
            <pc:docMk/>
            <pc:sldMk cId="0" sldId="277"/>
            <ac:spMk id="1048728" creationId="{00000000-0000-0000-0000-000000000000}"/>
          </ac:spMkLst>
        </pc:spChg>
        <pc:spChg chg="mod">
          <ac:chgData name="珈語 李" userId="5cba3f8b20e572ca" providerId="LiveId" clId="{523EFB7D-65A4-4084-ADAA-7BC2DA70C4BA}" dt="2025-05-27T08:47:42.740" v="2577" actId="20577"/>
          <ac:spMkLst>
            <pc:docMk/>
            <pc:sldMk cId="0" sldId="277"/>
            <ac:spMk id="1048729" creationId="{00000000-0000-0000-0000-000000000000}"/>
          </ac:spMkLst>
        </pc:spChg>
        <pc:picChg chg="mod">
          <ac:chgData name="珈語 李" userId="5cba3f8b20e572ca" providerId="LiveId" clId="{523EFB7D-65A4-4084-ADAA-7BC2DA70C4BA}" dt="2025-05-27T08:47:45.931" v="2578" actId="1076"/>
          <ac:picMkLst>
            <pc:docMk/>
            <pc:sldMk cId="0" sldId="277"/>
            <ac:picMk id="8" creationId="{00000000-0000-0000-0000-000000000000}"/>
          </ac:picMkLst>
        </pc:picChg>
      </pc:sldChg>
      <pc:sldChg chg="modSp mod">
        <pc:chgData name="珈語 李" userId="5cba3f8b20e572ca" providerId="LiveId" clId="{523EFB7D-65A4-4084-ADAA-7BC2DA70C4BA}" dt="2025-05-27T08:50:27.151" v="2655" actId="20577"/>
        <pc:sldMkLst>
          <pc:docMk/>
          <pc:sldMk cId="0" sldId="278"/>
        </pc:sldMkLst>
        <pc:spChg chg="mod">
          <ac:chgData name="珈語 李" userId="5cba3f8b20e572ca" providerId="LiveId" clId="{523EFB7D-65A4-4084-ADAA-7BC2DA70C4BA}" dt="2025-05-27T08:50:27.151" v="2655" actId="20577"/>
          <ac:spMkLst>
            <pc:docMk/>
            <pc:sldMk cId="0" sldId="278"/>
            <ac:spMk id="2" creationId="{49D5FDEF-F1A5-E143-CD55-9F55191640A3}"/>
          </ac:spMkLst>
        </pc:spChg>
        <pc:spChg chg="mod">
          <ac:chgData name="珈語 李" userId="5cba3f8b20e572ca" providerId="LiveId" clId="{523EFB7D-65A4-4084-ADAA-7BC2DA70C4BA}" dt="2025-05-27T08:49:06.957" v="2596" actId="20577"/>
          <ac:spMkLst>
            <pc:docMk/>
            <pc:sldMk cId="0" sldId="278"/>
            <ac:spMk id="1048738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7T12:15:06.617" v="3814" actId="20577"/>
        <pc:sldMkLst>
          <pc:docMk/>
          <pc:sldMk cId="0" sldId="279"/>
        </pc:sldMkLst>
        <pc:spChg chg="mod">
          <ac:chgData name="珈語 李" userId="5cba3f8b20e572ca" providerId="LiveId" clId="{523EFB7D-65A4-4084-ADAA-7BC2DA70C4BA}" dt="2025-05-27T08:57:21.386" v="2801" actId="20577"/>
          <ac:spMkLst>
            <pc:docMk/>
            <pc:sldMk cId="0" sldId="279"/>
            <ac:spMk id="3" creationId="{68C822F7-0F8A-80FB-C72E-32ABD90D8FC2}"/>
          </ac:spMkLst>
        </pc:spChg>
        <pc:spChg chg="mod">
          <ac:chgData name="珈語 李" userId="5cba3f8b20e572ca" providerId="LiveId" clId="{523EFB7D-65A4-4084-ADAA-7BC2DA70C4BA}" dt="2025-05-27T08:56:09.485" v="2788" actId="107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珈語 李" userId="5cba3f8b20e572ca" providerId="LiveId" clId="{523EFB7D-65A4-4084-ADAA-7BC2DA70C4BA}" dt="2025-05-27T12:15:06.617" v="3814" actId="20577"/>
          <ac:spMkLst>
            <pc:docMk/>
            <pc:sldMk cId="0" sldId="279"/>
            <ac:spMk id="1048747" creationId="{00000000-0000-0000-0000-000000000000}"/>
          </ac:spMkLst>
        </pc:spChg>
        <pc:picChg chg="mod">
          <ac:chgData name="珈語 李" userId="5cba3f8b20e572ca" providerId="LiveId" clId="{523EFB7D-65A4-4084-ADAA-7BC2DA70C4BA}" dt="2025-05-27T08:55:31.025" v="2759" actId="1076"/>
          <ac:picMkLst>
            <pc:docMk/>
            <pc:sldMk cId="0" sldId="279"/>
            <ac:picMk id="14" creationId="{00000000-0000-0000-0000-000000000000}"/>
          </ac:picMkLst>
        </pc:picChg>
      </pc:sldChg>
      <pc:sldChg chg="addSp delSp modSp mod">
        <pc:chgData name="珈語 李" userId="5cba3f8b20e572ca" providerId="LiveId" clId="{523EFB7D-65A4-4084-ADAA-7BC2DA70C4BA}" dt="2025-05-27T12:17:56.571" v="3823" actId="20577"/>
        <pc:sldMkLst>
          <pc:docMk/>
          <pc:sldMk cId="0" sldId="280"/>
        </pc:sldMkLst>
        <pc:spChg chg="add mod">
          <ac:chgData name="珈語 李" userId="5cba3f8b20e572ca" providerId="LiveId" clId="{523EFB7D-65A4-4084-ADAA-7BC2DA70C4BA}" dt="2025-05-27T09:12:12.640" v="2990" actId="1076"/>
          <ac:spMkLst>
            <pc:docMk/>
            <pc:sldMk cId="0" sldId="280"/>
            <ac:spMk id="2" creationId="{4905CDDE-2A30-356B-3D27-04EAF04136CA}"/>
          </ac:spMkLst>
        </pc:spChg>
        <pc:spChg chg="mod">
          <ac:chgData name="珈語 李" userId="5cba3f8b20e572ca" providerId="LiveId" clId="{523EFB7D-65A4-4084-ADAA-7BC2DA70C4BA}" dt="2025-05-27T12:17:56.571" v="3823" actId="20577"/>
          <ac:spMkLst>
            <pc:docMk/>
            <pc:sldMk cId="0" sldId="280"/>
            <ac:spMk id="3" creationId="{3750AC0A-ABE2-75EB-037C-313669A978B0}"/>
          </ac:spMkLst>
        </pc:spChg>
        <pc:spChg chg="mod">
          <ac:chgData name="珈語 李" userId="5cba3f8b20e572ca" providerId="LiveId" clId="{523EFB7D-65A4-4084-ADAA-7BC2DA70C4BA}" dt="2025-05-27T09:20:17.043" v="3171" actId="1076"/>
          <ac:spMkLst>
            <pc:docMk/>
            <pc:sldMk cId="0" sldId="280"/>
            <ac:spMk id="6" creationId="{00000000-0000-0000-0000-000000000000}"/>
          </ac:spMkLst>
        </pc:spChg>
        <pc:spChg chg="mod">
          <ac:chgData name="珈語 李" userId="5cba3f8b20e572ca" providerId="LiveId" clId="{523EFB7D-65A4-4084-ADAA-7BC2DA70C4BA}" dt="2025-05-27T12:17:27.286" v="3821" actId="20577"/>
          <ac:spMkLst>
            <pc:docMk/>
            <pc:sldMk cId="0" sldId="280"/>
            <ac:spMk id="1048752" creationId="{00000000-0000-0000-0000-000000000000}"/>
          </ac:spMkLst>
        </pc:spChg>
        <pc:picChg chg="mod">
          <ac:chgData name="珈語 李" userId="5cba3f8b20e572ca" providerId="LiveId" clId="{523EFB7D-65A4-4084-ADAA-7BC2DA70C4BA}" dt="2025-05-27T09:15:37.343" v="3074" actId="1076"/>
          <ac:picMkLst>
            <pc:docMk/>
            <pc:sldMk cId="0" sldId="280"/>
            <ac:picMk id="8" creationId="{00000000-0000-0000-0000-000000000000}"/>
          </ac:picMkLst>
        </pc:picChg>
      </pc:sldChg>
      <pc:sldChg chg="addSp modSp mod">
        <pc:chgData name="珈語 李" userId="5cba3f8b20e572ca" providerId="LiveId" clId="{523EFB7D-65A4-4084-ADAA-7BC2DA70C4BA}" dt="2025-05-27T09:26:27.556" v="3279" actId="1076"/>
        <pc:sldMkLst>
          <pc:docMk/>
          <pc:sldMk cId="0" sldId="281"/>
        </pc:sldMkLst>
        <pc:spChg chg="add mod">
          <ac:chgData name="珈語 李" userId="5cba3f8b20e572ca" providerId="LiveId" clId="{523EFB7D-65A4-4084-ADAA-7BC2DA70C4BA}" dt="2025-05-27T09:24:36.313" v="3262" actId="1076"/>
          <ac:spMkLst>
            <pc:docMk/>
            <pc:sldMk cId="0" sldId="281"/>
            <ac:spMk id="2" creationId="{2BB06B89-8024-B899-184A-5F39CB18163A}"/>
          </ac:spMkLst>
        </pc:spChg>
        <pc:spChg chg="mod">
          <ac:chgData name="珈語 李" userId="5cba3f8b20e572ca" providerId="LiveId" clId="{523EFB7D-65A4-4084-ADAA-7BC2DA70C4BA}" dt="2025-05-27T09:26:27.556" v="3279" actId="1076"/>
          <ac:spMkLst>
            <pc:docMk/>
            <pc:sldMk cId="0" sldId="281"/>
            <ac:spMk id="3" creationId="{B56B9B58-C115-3303-63E4-78105DD63763}"/>
          </ac:spMkLst>
        </pc:spChg>
        <pc:spChg chg="mod">
          <ac:chgData name="珈語 李" userId="5cba3f8b20e572ca" providerId="LiveId" clId="{523EFB7D-65A4-4084-ADAA-7BC2DA70C4BA}" dt="2025-05-27T09:23:20.778" v="3232" actId="20577"/>
          <ac:spMkLst>
            <pc:docMk/>
            <pc:sldMk cId="0" sldId="281"/>
            <ac:spMk id="1048756" creationId="{00000000-0000-0000-0000-000000000000}"/>
          </ac:spMkLst>
        </pc:spChg>
        <pc:picChg chg="mod">
          <ac:chgData name="珈語 李" userId="5cba3f8b20e572ca" providerId="LiveId" clId="{523EFB7D-65A4-4084-ADAA-7BC2DA70C4BA}" dt="2025-05-27T09:23:23.697" v="3233" actId="1076"/>
          <ac:picMkLst>
            <pc:docMk/>
            <pc:sldMk cId="0" sldId="281"/>
            <ac:picMk id="8" creationId="{00000000-0000-0000-0000-000000000000}"/>
          </ac:picMkLst>
        </pc:picChg>
      </pc:sldChg>
      <pc:sldChg chg="addSp modSp mod">
        <pc:chgData name="珈語 李" userId="5cba3f8b20e572ca" providerId="LiveId" clId="{523EFB7D-65A4-4084-ADAA-7BC2DA70C4BA}" dt="2025-05-27T11:50:45.618" v="3650" actId="20577"/>
        <pc:sldMkLst>
          <pc:docMk/>
          <pc:sldMk cId="0" sldId="284"/>
        </pc:sldMkLst>
        <pc:spChg chg="add mod">
          <ac:chgData name="珈語 李" userId="5cba3f8b20e572ca" providerId="LiveId" clId="{523EFB7D-65A4-4084-ADAA-7BC2DA70C4BA}" dt="2025-05-27T07:29:15.665" v="1194" actId="1076"/>
          <ac:spMkLst>
            <pc:docMk/>
            <pc:sldMk cId="0" sldId="284"/>
            <ac:spMk id="2" creationId="{6376AB94-CF1C-0DA0-127E-0C56BE824F98}"/>
          </ac:spMkLst>
        </pc:spChg>
        <pc:spChg chg="add mod">
          <ac:chgData name="珈語 李" userId="5cba3f8b20e572ca" providerId="LiveId" clId="{523EFB7D-65A4-4084-ADAA-7BC2DA70C4BA}" dt="2025-05-27T07:32:17.851" v="1298" actId="1076"/>
          <ac:spMkLst>
            <pc:docMk/>
            <pc:sldMk cId="0" sldId="284"/>
            <ac:spMk id="3" creationId="{FF566D80-FA8D-CA99-82D9-0504C37156D4}"/>
          </ac:spMkLst>
        </pc:spChg>
        <pc:spChg chg="mod">
          <ac:chgData name="珈語 李" userId="5cba3f8b20e572ca" providerId="LiveId" clId="{523EFB7D-65A4-4084-ADAA-7BC2DA70C4BA}" dt="2025-05-27T07:29:09.605" v="1193" actId="1076"/>
          <ac:spMkLst>
            <pc:docMk/>
            <pc:sldMk cId="0" sldId="284"/>
            <ac:spMk id="1048773" creationId="{00000000-0000-0000-0000-000000000000}"/>
          </ac:spMkLst>
        </pc:spChg>
        <pc:spChg chg="mod">
          <ac:chgData name="珈語 李" userId="5cba3f8b20e572ca" providerId="LiveId" clId="{523EFB7D-65A4-4084-ADAA-7BC2DA70C4BA}" dt="2025-05-27T07:27:31.594" v="1147" actId="20577"/>
          <ac:spMkLst>
            <pc:docMk/>
            <pc:sldMk cId="0" sldId="284"/>
            <ac:spMk id="1048774" creationId="{00000000-0000-0000-0000-000000000000}"/>
          </ac:spMkLst>
        </pc:spChg>
        <pc:spChg chg="mod">
          <ac:chgData name="珈語 李" userId="5cba3f8b20e572ca" providerId="LiveId" clId="{523EFB7D-65A4-4084-ADAA-7BC2DA70C4BA}" dt="2025-05-27T11:50:45.618" v="3650" actId="20577"/>
          <ac:spMkLst>
            <pc:docMk/>
            <pc:sldMk cId="0" sldId="284"/>
            <ac:spMk id="1048775" creationId="{00000000-0000-0000-0000-000000000000}"/>
          </ac:spMkLst>
        </pc:spChg>
      </pc:sldChg>
      <pc:sldChg chg="addSp delSp modSp mod">
        <pc:chgData name="珈語 李" userId="5cba3f8b20e572ca" providerId="LiveId" clId="{523EFB7D-65A4-4084-ADAA-7BC2DA70C4BA}" dt="2025-05-28T13:16:27.408" v="4861" actId="20577"/>
        <pc:sldMkLst>
          <pc:docMk/>
          <pc:sldMk cId="0" sldId="295"/>
        </pc:sldMkLst>
        <pc:spChg chg="mod">
          <ac:chgData name="珈語 李" userId="5cba3f8b20e572ca" providerId="LiveId" clId="{523EFB7D-65A4-4084-ADAA-7BC2DA70C4BA}" dt="2025-05-28T13:01:56.137" v="4625" actId="1076"/>
          <ac:spMkLst>
            <pc:docMk/>
            <pc:sldMk cId="0" sldId="295"/>
            <ac:spMk id="2" creationId="{00000000-0000-0000-0000-000000000000}"/>
          </ac:spMkLst>
        </pc:spChg>
        <pc:spChg chg="add del mod">
          <ac:chgData name="珈語 李" userId="5cba3f8b20e572ca" providerId="LiveId" clId="{523EFB7D-65A4-4084-ADAA-7BC2DA70C4BA}" dt="2025-05-28T12:43:05.010" v="4350" actId="478"/>
          <ac:spMkLst>
            <pc:docMk/>
            <pc:sldMk cId="0" sldId="295"/>
            <ac:spMk id="3" creationId="{C733E554-8C5B-6108-C528-45FABA392A09}"/>
          </ac:spMkLst>
        </pc:spChg>
        <pc:spChg chg="add del mod">
          <ac:chgData name="珈語 李" userId="5cba3f8b20e572ca" providerId="LiveId" clId="{523EFB7D-65A4-4084-ADAA-7BC2DA70C4BA}" dt="2025-05-28T12:51:04.566" v="4529" actId="478"/>
          <ac:spMkLst>
            <pc:docMk/>
            <pc:sldMk cId="0" sldId="295"/>
            <ac:spMk id="4" creationId="{0F0F274F-E22E-74A8-5B7A-00E869192685}"/>
          </ac:spMkLst>
        </pc:spChg>
        <pc:spChg chg="mod">
          <ac:chgData name="珈語 李" userId="5cba3f8b20e572ca" providerId="LiveId" clId="{523EFB7D-65A4-4084-ADAA-7BC2DA70C4BA}" dt="2025-05-28T12:42:22.673" v="4321" actId="20577"/>
          <ac:spMkLst>
            <pc:docMk/>
            <pc:sldMk cId="0" sldId="295"/>
            <ac:spMk id="1048848" creationId="{00000000-0000-0000-0000-000000000000}"/>
          </ac:spMkLst>
        </pc:spChg>
        <pc:spChg chg="mod">
          <ac:chgData name="珈語 李" userId="5cba3f8b20e572ca" providerId="LiveId" clId="{523EFB7D-65A4-4084-ADAA-7BC2DA70C4BA}" dt="2025-05-28T13:16:27.408" v="4861" actId="20577"/>
          <ac:spMkLst>
            <pc:docMk/>
            <pc:sldMk cId="0" sldId="295"/>
            <ac:spMk id="1048850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8T13:23:48.770" v="5062" actId="20577"/>
        <pc:sldMkLst>
          <pc:docMk/>
          <pc:sldMk cId="1958171858" sldId="296"/>
        </pc:sldMkLst>
        <pc:spChg chg="mod">
          <ac:chgData name="珈語 李" userId="5cba3f8b20e572ca" providerId="LiveId" clId="{523EFB7D-65A4-4084-ADAA-7BC2DA70C4BA}" dt="2025-05-28T13:23:48.770" v="5062" actId="20577"/>
          <ac:spMkLst>
            <pc:docMk/>
            <pc:sldMk cId="1958171858" sldId="296"/>
            <ac:spMk id="1048848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7T12:20:57.996" v="3926" actId="20577"/>
        <pc:sldMkLst>
          <pc:docMk/>
          <pc:sldMk cId="1817158770" sldId="300"/>
        </pc:sldMkLst>
        <pc:spChg chg="mod">
          <ac:chgData name="珈語 李" userId="5cba3f8b20e572ca" providerId="LiveId" clId="{523EFB7D-65A4-4084-ADAA-7BC2DA70C4BA}" dt="2025-05-27T12:19:24.124" v="3839" actId="20577"/>
          <ac:spMkLst>
            <pc:docMk/>
            <pc:sldMk cId="1817158770" sldId="300"/>
            <ac:spMk id="8" creationId="{00000000-0000-0000-0000-000000000000}"/>
          </ac:spMkLst>
        </pc:spChg>
        <pc:spChg chg="mod">
          <ac:chgData name="珈語 李" userId="5cba3f8b20e572ca" providerId="LiveId" clId="{523EFB7D-65A4-4084-ADAA-7BC2DA70C4BA}" dt="2025-05-27T12:20:57.996" v="3926" actId="20577"/>
          <ac:spMkLst>
            <pc:docMk/>
            <pc:sldMk cId="1817158770" sldId="300"/>
            <ac:spMk id="1048768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8T12:16:28.988" v="4302" actId="255"/>
        <pc:sldMkLst>
          <pc:docMk/>
          <pc:sldMk cId="235400046" sldId="301"/>
        </pc:sldMkLst>
        <pc:spChg chg="mod">
          <ac:chgData name="珈語 李" userId="5cba3f8b20e572ca" providerId="LiveId" clId="{523EFB7D-65A4-4084-ADAA-7BC2DA70C4BA}" dt="2025-05-28T12:16:28.988" v="4302" actId="255"/>
          <ac:spMkLst>
            <pc:docMk/>
            <pc:sldMk cId="235400046" sldId="301"/>
            <ac:spMk id="1048773" creationId="{00000000-0000-0000-0000-000000000000}"/>
          </ac:spMkLst>
        </pc:spChg>
        <pc:spChg chg="mod">
          <ac:chgData name="珈語 李" userId="5cba3f8b20e572ca" providerId="LiveId" clId="{523EFB7D-65A4-4084-ADAA-7BC2DA70C4BA}" dt="2025-05-27T12:23:44.165" v="4091"/>
          <ac:spMkLst>
            <pc:docMk/>
            <pc:sldMk cId="235400046" sldId="301"/>
            <ac:spMk id="1048775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7T12:24:16.734" v="4102" actId="14100"/>
        <pc:sldMkLst>
          <pc:docMk/>
          <pc:sldMk cId="2739367136" sldId="302"/>
        </pc:sldMkLst>
        <pc:spChg chg="mod">
          <ac:chgData name="珈語 李" userId="5cba3f8b20e572ca" providerId="LiveId" clId="{523EFB7D-65A4-4084-ADAA-7BC2DA70C4BA}" dt="2025-05-27T12:24:16.734" v="4102" actId="14100"/>
          <ac:spMkLst>
            <pc:docMk/>
            <pc:sldMk cId="2739367136" sldId="302"/>
            <ac:spMk id="1048781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7T12:25:37.649" v="4140" actId="255"/>
        <pc:sldMkLst>
          <pc:docMk/>
          <pc:sldMk cId="2212064736" sldId="304"/>
        </pc:sldMkLst>
        <pc:spChg chg="mod">
          <ac:chgData name="珈語 李" userId="5cba3f8b20e572ca" providerId="LiveId" clId="{523EFB7D-65A4-4084-ADAA-7BC2DA70C4BA}" dt="2025-05-27T12:25:37.649" v="4140" actId="255"/>
          <ac:spMkLst>
            <pc:docMk/>
            <pc:sldMk cId="2212064736" sldId="304"/>
            <ac:spMk id="1048794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7T12:26:30.729" v="4157"/>
        <pc:sldMkLst>
          <pc:docMk/>
          <pc:sldMk cId="189268819" sldId="305"/>
        </pc:sldMkLst>
        <pc:spChg chg="mod">
          <ac:chgData name="珈語 李" userId="5cba3f8b20e572ca" providerId="LiveId" clId="{523EFB7D-65A4-4084-ADAA-7BC2DA70C4BA}" dt="2025-05-27T12:26:30.729" v="4157"/>
          <ac:spMkLst>
            <pc:docMk/>
            <pc:sldMk cId="189268819" sldId="305"/>
            <ac:spMk id="1048799" creationId="{00000000-0000-0000-0000-000000000000}"/>
          </ac:spMkLst>
        </pc:spChg>
      </pc:sldChg>
      <pc:sldChg chg="addSp delSp modSp mod">
        <pc:chgData name="珈語 李" userId="5cba3f8b20e572ca" providerId="LiveId" clId="{523EFB7D-65A4-4084-ADAA-7BC2DA70C4BA}" dt="2025-05-28T13:57:10.214" v="5234" actId="1076"/>
        <pc:sldMkLst>
          <pc:docMk/>
          <pc:sldMk cId="201868012" sldId="310"/>
        </pc:sldMkLst>
        <pc:spChg chg="add mod">
          <ac:chgData name="珈語 李" userId="5cba3f8b20e572ca" providerId="LiveId" clId="{523EFB7D-65A4-4084-ADAA-7BC2DA70C4BA}" dt="2025-05-28T13:57:10.214" v="5234" actId="1076"/>
          <ac:spMkLst>
            <pc:docMk/>
            <pc:sldMk cId="201868012" sldId="310"/>
            <ac:spMk id="2" creationId="{2655FB57-60CB-6263-F165-37FB0BC7AD0A}"/>
          </ac:spMkLst>
        </pc:spChg>
        <pc:spChg chg="add del mod">
          <ac:chgData name="珈語 李" userId="5cba3f8b20e572ca" providerId="LiveId" clId="{523EFB7D-65A4-4084-ADAA-7BC2DA70C4BA}" dt="2025-05-28T13:56:50.820" v="5233"/>
          <ac:spMkLst>
            <pc:docMk/>
            <pc:sldMk cId="201868012" sldId="310"/>
            <ac:spMk id="3" creationId="{7D6AF9EB-8BD4-A1DB-3059-1D7084622B0F}"/>
          </ac:spMkLst>
        </pc:spChg>
        <pc:spChg chg="mod">
          <ac:chgData name="珈語 李" userId="5cba3f8b20e572ca" providerId="LiveId" clId="{523EFB7D-65A4-4084-ADAA-7BC2DA70C4BA}" dt="2025-05-28T13:55:42.400" v="5202" actId="20577"/>
          <ac:spMkLst>
            <pc:docMk/>
            <pc:sldMk cId="201868012" sldId="310"/>
            <ac:spMk id="1048808" creationId="{00000000-0000-0000-0000-000000000000}"/>
          </ac:spMkLst>
        </pc:spChg>
      </pc:sldChg>
      <pc:sldChg chg="addSp delSp modSp mod">
        <pc:chgData name="珈語 李" userId="5cba3f8b20e572ca" providerId="LiveId" clId="{523EFB7D-65A4-4084-ADAA-7BC2DA70C4BA}" dt="2025-05-28T13:27:24.956" v="5114"/>
        <pc:sldMkLst>
          <pc:docMk/>
          <pc:sldMk cId="95538053" sldId="311"/>
        </pc:sldMkLst>
        <pc:spChg chg="add mod">
          <ac:chgData name="珈語 李" userId="5cba3f8b20e572ca" providerId="LiveId" clId="{523EFB7D-65A4-4084-ADAA-7BC2DA70C4BA}" dt="2025-05-28T13:26:28.235" v="5109" actId="1076"/>
          <ac:spMkLst>
            <pc:docMk/>
            <pc:sldMk cId="95538053" sldId="311"/>
            <ac:spMk id="2" creationId="{A35E937D-E49C-2DB0-4D53-6C51E4E39BE3}"/>
          </ac:spMkLst>
        </pc:spChg>
        <pc:spChg chg="add del mod">
          <ac:chgData name="珈語 李" userId="5cba3f8b20e572ca" providerId="LiveId" clId="{523EFB7D-65A4-4084-ADAA-7BC2DA70C4BA}" dt="2025-05-28T13:27:24.956" v="5114"/>
          <ac:spMkLst>
            <pc:docMk/>
            <pc:sldMk cId="95538053" sldId="311"/>
            <ac:spMk id="3" creationId="{C42D4CF2-22FC-DA11-A2AD-A823DB2D8918}"/>
          </ac:spMkLst>
        </pc:spChg>
        <pc:spChg chg="mod">
          <ac:chgData name="珈語 李" userId="5cba3f8b20e572ca" providerId="LiveId" clId="{523EFB7D-65A4-4084-ADAA-7BC2DA70C4BA}" dt="2025-05-28T13:27:23.635" v="5112" actId="1036"/>
          <ac:spMkLst>
            <pc:docMk/>
            <pc:sldMk cId="95538053" sldId="311"/>
            <ac:spMk id="8" creationId="{00000000-0000-0000-0000-000000000000}"/>
          </ac:spMkLst>
        </pc:spChg>
        <pc:spChg chg="mod">
          <ac:chgData name="珈語 李" userId="5cba3f8b20e572ca" providerId="LiveId" clId="{523EFB7D-65A4-4084-ADAA-7BC2DA70C4BA}" dt="2025-05-28T13:25:29.075" v="5092" actId="20577"/>
          <ac:spMkLst>
            <pc:docMk/>
            <pc:sldMk cId="95538053" sldId="311"/>
            <ac:spMk id="1048832" creationId="{00000000-0000-0000-0000-000000000000}"/>
          </ac:spMkLst>
        </pc:spChg>
      </pc:sldChg>
      <pc:sldChg chg="modSp mod">
        <pc:chgData name="珈語 李" userId="5cba3f8b20e572ca" providerId="LiveId" clId="{523EFB7D-65A4-4084-ADAA-7BC2DA70C4BA}" dt="2025-05-27T12:25:20.990" v="4139" actId="255"/>
        <pc:sldMkLst>
          <pc:docMk/>
          <pc:sldMk cId="1000953477" sldId="312"/>
        </pc:sldMkLst>
        <pc:spChg chg="mod">
          <ac:chgData name="珈語 李" userId="5cba3f8b20e572ca" providerId="LiveId" clId="{523EFB7D-65A4-4084-ADAA-7BC2DA70C4BA}" dt="2025-05-27T12:25:20.990" v="4139" actId="255"/>
          <ac:spMkLst>
            <pc:docMk/>
            <pc:sldMk cId="1000953477" sldId="312"/>
            <ac:spMk id="1048780" creationId="{00000000-0000-0000-0000-000000000000}"/>
          </ac:spMkLst>
        </pc:spChg>
      </pc:sldChg>
      <pc:sldChg chg="modSp mod ord">
        <pc:chgData name="珈語 李" userId="5cba3f8b20e572ca" providerId="LiveId" clId="{523EFB7D-65A4-4084-ADAA-7BC2DA70C4BA}" dt="2025-05-27T07:03:58.602" v="656"/>
        <pc:sldMkLst>
          <pc:docMk/>
          <pc:sldMk cId="2126521994" sldId="315"/>
        </pc:sldMkLst>
        <pc:spChg chg="mod">
          <ac:chgData name="珈語 李" userId="5cba3f8b20e572ca" providerId="LiveId" clId="{523EFB7D-65A4-4084-ADAA-7BC2DA70C4BA}" dt="2025-05-26T11:41:27.787" v="186" actId="20577"/>
          <ac:spMkLst>
            <pc:docMk/>
            <pc:sldMk cId="2126521994" sldId="315"/>
            <ac:spMk id="1048596" creationId="{00000000-0000-0000-0000-000000000000}"/>
          </ac:spMkLst>
        </pc:spChg>
      </pc:sldChg>
      <pc:sldChg chg="addSp delSp modSp new mod modClrScheme chgLayout">
        <pc:chgData name="珈語 李" userId="5cba3f8b20e572ca" providerId="LiveId" clId="{523EFB7D-65A4-4084-ADAA-7BC2DA70C4BA}" dt="2025-05-29T05:23:19.034" v="6146" actId="20577"/>
        <pc:sldMkLst>
          <pc:docMk/>
          <pc:sldMk cId="1255574568" sldId="322"/>
        </pc:sldMkLst>
        <pc:spChg chg="mod ord">
          <ac:chgData name="珈語 李" userId="5cba3f8b20e572ca" providerId="LiveId" clId="{523EFB7D-65A4-4084-ADAA-7BC2DA70C4BA}" dt="2025-05-29T04:42:19.342" v="5300" actId="1076"/>
          <ac:spMkLst>
            <pc:docMk/>
            <pc:sldMk cId="1255574568" sldId="322"/>
            <ac:spMk id="2" creationId="{528530BD-F608-34D2-5B60-C2407AFD7EFC}"/>
          </ac:spMkLst>
        </pc:spChg>
        <pc:spChg chg="del mod ord">
          <ac:chgData name="珈語 李" userId="5cba3f8b20e572ca" providerId="LiveId" clId="{523EFB7D-65A4-4084-ADAA-7BC2DA70C4BA}" dt="2025-05-29T05:00:16.023" v="5876" actId="478"/>
          <ac:spMkLst>
            <pc:docMk/>
            <pc:sldMk cId="1255574568" sldId="322"/>
            <ac:spMk id="3" creationId="{F8119ED0-75AB-C1AD-2A50-C62E301D93F2}"/>
          </ac:spMkLst>
        </pc:spChg>
        <pc:spChg chg="mod ord">
          <ac:chgData name="珈語 李" userId="5cba3f8b20e572ca" providerId="LiveId" clId="{523EFB7D-65A4-4084-ADAA-7BC2DA70C4BA}" dt="2025-05-29T04:41:27.073" v="5291" actId="700"/>
          <ac:spMkLst>
            <pc:docMk/>
            <pc:sldMk cId="1255574568" sldId="322"/>
            <ac:spMk id="4" creationId="{FC5D4989-B89E-3945-5DD1-1D289514DED2}"/>
          </ac:spMkLst>
        </pc:spChg>
        <pc:spChg chg="add del mod">
          <ac:chgData name="珈語 李" userId="5cba3f8b20e572ca" providerId="LiveId" clId="{523EFB7D-65A4-4084-ADAA-7BC2DA70C4BA}" dt="2025-05-29T04:58:20.289" v="5860"/>
          <ac:spMkLst>
            <pc:docMk/>
            <pc:sldMk cId="1255574568" sldId="322"/>
            <ac:spMk id="5" creationId="{FA82EDA5-7CFD-AEF4-CFEB-8498AC5C67F9}"/>
          </ac:spMkLst>
        </pc:spChg>
        <pc:spChg chg="add mod">
          <ac:chgData name="珈語 李" userId="5cba3f8b20e572ca" providerId="LiveId" clId="{523EFB7D-65A4-4084-ADAA-7BC2DA70C4BA}" dt="2025-05-29T05:23:19.034" v="6146" actId="20577"/>
          <ac:spMkLst>
            <pc:docMk/>
            <pc:sldMk cId="1255574568" sldId="322"/>
            <ac:spMk id="6" creationId="{0A0BDDA5-B35E-A4E1-09A0-0FF05689B3F0}"/>
          </ac:spMkLst>
        </pc:spChg>
        <pc:spChg chg="add del mod">
          <ac:chgData name="珈語 李" userId="5cba3f8b20e572ca" providerId="LiveId" clId="{523EFB7D-65A4-4084-ADAA-7BC2DA70C4BA}" dt="2025-05-29T05:01:02.885" v="5882" actId="478"/>
          <ac:spMkLst>
            <pc:docMk/>
            <pc:sldMk cId="1255574568" sldId="322"/>
            <ac:spMk id="8" creationId="{A347C783-19C0-7695-428A-A5C2CDF7CB33}"/>
          </ac:spMkLst>
        </pc:spChg>
      </pc:sldChg>
      <pc:sldChg chg="delSp modSp add mod">
        <pc:chgData name="珈語 李" userId="5cba3f8b20e572ca" providerId="LiveId" clId="{523EFB7D-65A4-4084-ADAA-7BC2DA70C4BA}" dt="2025-05-29T05:02:04.223" v="5892" actId="1076"/>
        <pc:sldMkLst>
          <pc:docMk/>
          <pc:sldMk cId="3862681356" sldId="323"/>
        </pc:sldMkLst>
        <pc:spChg chg="mod">
          <ac:chgData name="珈語 李" userId="5cba3f8b20e572ca" providerId="LiveId" clId="{523EFB7D-65A4-4084-ADAA-7BC2DA70C4BA}" dt="2025-05-29T05:02:04.223" v="5892" actId="1076"/>
          <ac:spMkLst>
            <pc:docMk/>
            <pc:sldMk cId="3862681356" sldId="323"/>
            <ac:spMk id="2" creationId="{4DD0FA75-5072-E6A9-AE74-021DC08725A9}"/>
          </ac:spMkLst>
        </pc:spChg>
        <pc:spChg chg="mod">
          <ac:chgData name="珈語 李" userId="5cba3f8b20e572ca" providerId="LiveId" clId="{523EFB7D-65A4-4084-ADAA-7BC2DA70C4BA}" dt="2025-05-29T05:01:59.735" v="5891" actId="1076"/>
          <ac:spMkLst>
            <pc:docMk/>
            <pc:sldMk cId="3862681356" sldId="323"/>
            <ac:spMk id="3" creationId="{7CCB3009-5FBC-39D0-F549-22C13E72358B}"/>
          </ac:spMkLst>
        </pc:spChg>
        <pc:spChg chg="del mod">
          <ac:chgData name="珈語 李" userId="5cba3f8b20e572ca" providerId="LiveId" clId="{523EFB7D-65A4-4084-ADAA-7BC2DA70C4BA}" dt="2025-05-29T05:01:41.871" v="5888" actId="478"/>
          <ac:spMkLst>
            <pc:docMk/>
            <pc:sldMk cId="3862681356" sldId="323"/>
            <ac:spMk id="6" creationId="{4A73F59E-F147-EA34-64FA-CEF92E319E8C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18T14:58:01.461" idx="2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41458"/>
          </a:xfrm>
          <a:prstGeom prst="rect">
            <a:avLst/>
          </a:prstGeom>
        </p:spPr>
        <p:txBody>
          <a:bodyPr vert="horz" lIns="80275" tIns="40138" rIns="80275" bIns="40138" rtlCol="0"/>
          <a:lstStyle>
            <a:lvl1pPr algn="l">
              <a:defRPr sz="1100"/>
            </a:lvl1pPr>
          </a:lstStyle>
          <a:p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22510" y="0"/>
            <a:ext cx="4301543" cy="341458"/>
          </a:xfrm>
          <a:prstGeom prst="rect">
            <a:avLst/>
          </a:prstGeom>
        </p:spPr>
        <p:txBody>
          <a:bodyPr vert="horz" lIns="80275" tIns="40138" rIns="80275" bIns="40138" rtlCol="0"/>
          <a:lstStyle>
            <a:lvl1pPr algn="r">
              <a:defRPr sz="1100"/>
            </a:lvl1pPr>
          </a:lstStyle>
          <a:p>
            <a:fld id="{02E60F7E-0ACA-48D8-BE2D-C86C3AF5F788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219"/>
            <a:ext cx="4301543" cy="341457"/>
          </a:xfrm>
          <a:prstGeom prst="rect">
            <a:avLst/>
          </a:prstGeom>
        </p:spPr>
        <p:txBody>
          <a:bodyPr vert="horz" lIns="80275" tIns="40138" rIns="80275" bIns="40138" rtlCol="0" anchor="b"/>
          <a:lstStyle>
            <a:lvl1pPr algn="l">
              <a:defRPr sz="1100"/>
            </a:lvl1pPr>
          </a:lstStyle>
          <a:p>
            <a:r>
              <a:rPr lang="en-US" altLang="zh-TW"/>
              <a:t>3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22510" y="6456219"/>
            <a:ext cx="4301543" cy="341457"/>
          </a:xfrm>
          <a:prstGeom prst="rect">
            <a:avLst/>
          </a:prstGeom>
        </p:spPr>
        <p:txBody>
          <a:bodyPr vert="horz" lIns="80275" tIns="40138" rIns="80275" bIns="40138" rtlCol="0" anchor="b"/>
          <a:lstStyle>
            <a:lvl1pPr algn="r">
              <a:defRPr sz="1100"/>
            </a:lvl1pPr>
          </a:lstStyle>
          <a:p>
            <a:fld id="{965C7F02-6117-4C9A-9B79-67B5A10F98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17269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870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262" tIns="80262" rIns="80262" bIns="802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593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598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61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598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3023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048598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8514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048622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r>
              <a:rPr lang="zh-TW" altLang="en-US" dirty="0"/>
              <a:t>時</a:t>
            </a:r>
            <a:endParaRPr dirty="0"/>
          </a:p>
        </p:txBody>
      </p:sp>
      <p:sp>
        <p:nvSpPr>
          <p:cNvPr id="1048628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634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048642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649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656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127;p10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663" name="Google Shape;1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Google Shape;136;p11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670" name="Google Shape;1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048680" name="Google Shape;1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685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Google Shape;276;p27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78" name="Google Shape;2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164;p14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048691" name="Google Shape;1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Google Shape;276;p27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78" name="Google Shape;2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562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696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Google Shape;293;p29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91" name="Google Shape;29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79;p16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01" name="Google Shape;1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86;p17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048711" name="Google Shape;1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Google Shape;310;p31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04" name="Google Shape;3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Google Shape;198;p18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21" name="Google Shape;1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Google Shape;328;p33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23" name="Google Shape;32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Google Shape;210;p19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27" name="Google Shape;2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Google Shape;218;p20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33" name="Google Shape;21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Google Shape;226;p21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42" name="Google Shape;2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Google Shape;237;p22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51" name="Google Shape;2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Google Shape;248;p23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r>
              <a:rPr lang="zh-TW" altLang="en-US" dirty="0"/>
              <a:t>要不要 做不做也是一線之隔</a:t>
            </a:r>
            <a:endParaRPr dirty="0"/>
          </a:p>
        </p:txBody>
      </p:sp>
      <p:sp>
        <p:nvSpPr>
          <p:cNvPr id="1048755" name="Google Shape;24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Google Shape;254;p24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59" name="Google Shape;2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Google Shape;260;p25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65" name="Google Shape;26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9643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Google Shape;268;p26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71" name="Google Shape;2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73125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Google Shape;276;p27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78" name="Google Shape;2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1592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285;p28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84" name="Google Shape;2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38429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285;p28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84" name="Google Shape;2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56132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Google Shape;302;p30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797" name="Google Shape;30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64329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Google Shape;319;p32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11" name="Google Shape;32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39403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Google Shape;310;p31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04" name="Google Shape;3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28485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Google Shape;328;p33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23" name="Google Shape;32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62983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Google Shape;336;p34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29" name="Google Shape;33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73683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Google Shape;352;p36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048841" name="Google Shape;35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80196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Google Shape;360;p37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47" name="Google Shape;36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3813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Google Shape;344;p35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35" name="Google Shape;34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61198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r>
              <a:rPr lang="zh-TW" altLang="en-US" dirty="0"/>
              <a:t>取個位數算要夸出</a:t>
            </a:r>
            <a:endParaRPr dirty="0"/>
          </a:p>
        </p:txBody>
      </p:sp>
      <p:sp>
        <p:nvSpPr>
          <p:cNvPr id="1048852" name="Google Shape;3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52" name="Google Shape;3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3262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48852" name="Google Shape;3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15266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>
          <a:extLst>
            <a:ext uri="{FF2B5EF4-FFF2-40B4-BE49-F238E27FC236}">
              <a16:creationId xmlns:a16="http://schemas.microsoft.com/office/drawing/2014/main" id="{8F12ADA7-CB2B-931A-5309-42F1506D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>
            <a:extLst>
              <a:ext uri="{FF2B5EF4-FFF2-40B4-BE49-F238E27FC236}">
                <a16:creationId xmlns:a16="http://schemas.microsoft.com/office/drawing/2014/main" id="{C3A98F54-B0B3-E5E1-9DF3-F6B0BD5C0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r>
              <a:rPr lang="zh-TW" altLang="en-US" dirty="0"/>
              <a:t>尾牌有</a:t>
            </a:r>
            <a:r>
              <a:rPr lang="en-US" altLang="zh-TW" dirty="0"/>
              <a:t>2 4 6  c</a:t>
            </a:r>
            <a:r>
              <a:rPr lang="zh-TW" altLang="en-US" dirty="0"/>
              <a:t>都要補牌 其他</a:t>
            </a:r>
            <a:r>
              <a:rPr lang="en-US" altLang="zh-TW" dirty="0"/>
              <a:t>C</a:t>
            </a:r>
            <a:r>
              <a:rPr lang="zh-TW" altLang="en-US" dirty="0"/>
              <a:t>就是沒有好結果 過了一天要重牌換ㄍ方式問 </a:t>
            </a:r>
            <a:r>
              <a:rPr lang="en-US" altLang="zh-TW" dirty="0"/>
              <a:t>2 3 4  6 7</a:t>
            </a:r>
            <a:r>
              <a:rPr lang="zh-TW" altLang="en-US" dirty="0"/>
              <a:t>不論花色和</a:t>
            </a:r>
            <a:r>
              <a:rPr lang="en-US" altLang="zh-TW" dirty="0"/>
              <a:t>8C</a:t>
            </a:r>
            <a:r>
              <a:rPr lang="zh-TW" altLang="en-US" dirty="0"/>
              <a:t>都是不確定牌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 4 6 c</a:t>
            </a:r>
            <a:r>
              <a:rPr lang="zh-TW" altLang="en-US" dirty="0"/>
              <a:t>都要補牌其他牌的</a:t>
            </a:r>
            <a:r>
              <a:rPr lang="en-US" altLang="zh-TW" dirty="0"/>
              <a:t>C</a:t>
            </a:r>
            <a:r>
              <a:rPr lang="zh-TW" altLang="en-US" dirty="0"/>
              <a:t>是沒有看到好結果</a:t>
            </a:r>
            <a:endParaRPr lang="en-US" altLang="zh-TW" dirty="0"/>
          </a:p>
          <a:p>
            <a:pPr marL="0" indent="0">
              <a:buNone/>
            </a:pPr>
            <a:endParaRPr dirty="0"/>
          </a:p>
        </p:txBody>
      </p:sp>
      <p:sp>
        <p:nvSpPr>
          <p:cNvPr id="1048852" name="Google Shape;369;p38:notes">
            <a:extLst>
              <a:ext uri="{FF2B5EF4-FFF2-40B4-BE49-F238E27FC236}">
                <a16:creationId xmlns:a16="http://schemas.microsoft.com/office/drawing/2014/main" id="{DA314601-6902-F274-91C2-D5031881E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9672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>
          <a:extLst>
            <a:ext uri="{FF2B5EF4-FFF2-40B4-BE49-F238E27FC236}">
              <a16:creationId xmlns:a16="http://schemas.microsoft.com/office/drawing/2014/main" id="{8F12ADA7-CB2B-931A-5309-42F1506D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>
            <a:extLst>
              <a:ext uri="{FF2B5EF4-FFF2-40B4-BE49-F238E27FC236}">
                <a16:creationId xmlns:a16="http://schemas.microsoft.com/office/drawing/2014/main" id="{C3A98F54-B0B3-E5E1-9DF3-F6B0BD5C0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r>
              <a:rPr lang="zh-TW" altLang="en-US" dirty="0"/>
              <a:t>尾牌有</a:t>
            </a:r>
            <a:r>
              <a:rPr lang="en-US" altLang="zh-TW" dirty="0"/>
              <a:t>2 4 6  c</a:t>
            </a:r>
            <a:r>
              <a:rPr lang="zh-TW" altLang="en-US" dirty="0"/>
              <a:t>都要補牌 其他</a:t>
            </a:r>
            <a:r>
              <a:rPr lang="en-US" altLang="zh-TW" dirty="0"/>
              <a:t>C</a:t>
            </a:r>
            <a:r>
              <a:rPr lang="zh-TW" altLang="en-US" dirty="0"/>
              <a:t>就是沒有好結果 過了一天要重牌換ㄍ方式問 </a:t>
            </a:r>
            <a:r>
              <a:rPr lang="en-US" altLang="zh-TW" dirty="0"/>
              <a:t>2 3 4  6 7</a:t>
            </a:r>
            <a:r>
              <a:rPr lang="zh-TW" altLang="en-US" dirty="0"/>
              <a:t>不論花色和</a:t>
            </a:r>
            <a:r>
              <a:rPr lang="en-US" altLang="zh-TW" dirty="0"/>
              <a:t>8C</a:t>
            </a:r>
            <a:r>
              <a:rPr lang="zh-TW" altLang="en-US" dirty="0"/>
              <a:t>都是不確定牌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 4 6 c</a:t>
            </a:r>
            <a:r>
              <a:rPr lang="zh-TW" altLang="en-US" dirty="0"/>
              <a:t>都要補牌其他牌的</a:t>
            </a:r>
            <a:r>
              <a:rPr lang="en-US" altLang="zh-TW" dirty="0"/>
              <a:t>C</a:t>
            </a:r>
            <a:r>
              <a:rPr lang="zh-TW" altLang="en-US" dirty="0"/>
              <a:t>是沒有看到好結果</a:t>
            </a:r>
            <a:endParaRPr lang="en-US" altLang="zh-TW" dirty="0"/>
          </a:p>
          <a:p>
            <a:pPr marL="0" indent="0">
              <a:buNone/>
            </a:pPr>
            <a:endParaRPr dirty="0"/>
          </a:p>
        </p:txBody>
      </p:sp>
      <p:sp>
        <p:nvSpPr>
          <p:cNvPr id="1048852" name="Google Shape;369;p38:notes">
            <a:extLst>
              <a:ext uri="{FF2B5EF4-FFF2-40B4-BE49-F238E27FC236}">
                <a16:creationId xmlns:a16="http://schemas.microsoft.com/office/drawing/2014/main" id="{DA314601-6902-F274-91C2-D5031881E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053317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>
          <a:extLst>
            <a:ext uri="{FF2B5EF4-FFF2-40B4-BE49-F238E27FC236}">
              <a16:creationId xmlns:a16="http://schemas.microsoft.com/office/drawing/2014/main" id="{8F12ADA7-CB2B-931A-5309-42F1506D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>
            <a:extLst>
              <a:ext uri="{FF2B5EF4-FFF2-40B4-BE49-F238E27FC236}">
                <a16:creationId xmlns:a16="http://schemas.microsoft.com/office/drawing/2014/main" id="{C3A98F54-B0B3-E5E1-9DF3-F6B0BD5C0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spcFirstLastPara="1" wrap="square" lIns="80262" tIns="80262" rIns="80262" bIns="80262" anchor="t" anchorCtr="0">
            <a:noAutofit/>
          </a:bodyPr>
          <a:lstStyle/>
          <a:p>
            <a:pPr marL="0" indent="0">
              <a:buNone/>
            </a:pPr>
            <a:r>
              <a:rPr lang="zh-TW" altLang="en-US" dirty="0"/>
              <a:t>尾牌有</a:t>
            </a:r>
            <a:r>
              <a:rPr lang="en-US" altLang="zh-TW" dirty="0"/>
              <a:t>2 4 6  c</a:t>
            </a:r>
            <a:r>
              <a:rPr lang="zh-TW" altLang="en-US" dirty="0"/>
              <a:t>都要補牌 其他</a:t>
            </a:r>
            <a:r>
              <a:rPr lang="en-US" altLang="zh-TW" dirty="0"/>
              <a:t>C</a:t>
            </a:r>
            <a:r>
              <a:rPr lang="zh-TW" altLang="en-US" dirty="0"/>
              <a:t>就是沒有好結果 過了一天要重牌換ㄍ方式問 </a:t>
            </a:r>
            <a:r>
              <a:rPr lang="en-US" altLang="zh-TW" dirty="0"/>
              <a:t>2 3 4  6 7</a:t>
            </a:r>
            <a:r>
              <a:rPr lang="zh-TW" altLang="en-US" dirty="0"/>
              <a:t>不論花色和</a:t>
            </a:r>
            <a:r>
              <a:rPr lang="en-US" altLang="zh-TW" dirty="0"/>
              <a:t>8C</a:t>
            </a:r>
            <a:r>
              <a:rPr lang="zh-TW" altLang="en-US" dirty="0"/>
              <a:t>都是不確定牌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 4 6 c</a:t>
            </a:r>
            <a:r>
              <a:rPr lang="zh-TW" altLang="en-US" dirty="0"/>
              <a:t>都要補牌其他牌的</a:t>
            </a:r>
            <a:r>
              <a:rPr lang="en-US" altLang="zh-TW" dirty="0"/>
              <a:t>C</a:t>
            </a:r>
            <a:r>
              <a:rPr lang="zh-TW" altLang="en-US" dirty="0"/>
              <a:t>是沒有看到好結果</a:t>
            </a:r>
            <a:endParaRPr lang="en-US" altLang="zh-TW" dirty="0"/>
          </a:p>
          <a:p>
            <a:pPr marL="0" indent="0">
              <a:buNone/>
            </a:pPr>
            <a:endParaRPr dirty="0"/>
          </a:p>
        </p:txBody>
      </p:sp>
      <p:sp>
        <p:nvSpPr>
          <p:cNvPr id="1048852" name="Google Shape;369;p38:notes">
            <a:extLst>
              <a:ext uri="{FF2B5EF4-FFF2-40B4-BE49-F238E27FC236}">
                <a16:creationId xmlns:a16="http://schemas.microsoft.com/office/drawing/2014/main" id="{DA314601-6902-F274-91C2-D5031881E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509588"/>
            <a:ext cx="41116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5213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2;p41"/>
          <p:cNvSpPr/>
          <p:nvPr/>
        </p:nvSpPr>
        <p:spPr>
          <a:xfrm>
            <a:off x="5" y="1"/>
            <a:ext cx="4293449" cy="3504049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2" name="Google Shape;13;p41"/>
          <p:cNvSpPr/>
          <p:nvPr/>
        </p:nvSpPr>
        <p:spPr>
          <a:xfrm>
            <a:off x="1859279" y="1574092"/>
            <a:ext cx="2386584" cy="2629087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3" name="Google Shape;14;p41"/>
          <p:cNvSpPr/>
          <p:nvPr/>
        </p:nvSpPr>
        <p:spPr>
          <a:xfrm>
            <a:off x="1970532" y="1696726"/>
            <a:ext cx="2164080" cy="238381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4" name="Google Shape;15;p41"/>
          <p:cNvSpPr/>
          <p:nvPr/>
        </p:nvSpPr>
        <p:spPr>
          <a:xfrm>
            <a:off x="1956180" y="1680908"/>
            <a:ext cx="2192782" cy="2415456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5" name="Google Shape;16;p41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6" name="Google Shape;17;p41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7" name="Google Shape;18;p41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20;p42"/>
          <p:cNvSpPr txBox="1">
            <a:spLocks noGrp="1"/>
          </p:cNvSpPr>
          <p:nvPr>
            <p:ph type="title"/>
          </p:nvPr>
        </p:nvSpPr>
        <p:spPr>
          <a:xfrm>
            <a:off x="410363" y="622834"/>
            <a:ext cx="11371275" cy="74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3" name="Google Shape;21;p42"/>
          <p:cNvSpPr txBox="1">
            <a:spLocks noGrp="1"/>
          </p:cNvSpPr>
          <p:nvPr>
            <p:ph type="body" idx="1"/>
          </p:nvPr>
        </p:nvSpPr>
        <p:spPr>
          <a:xfrm>
            <a:off x="703581" y="3404654"/>
            <a:ext cx="10784839" cy="1892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14" name="Google Shape;22;p42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5" name="Google Shape;23;p42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6" name="Google Shape;24;p42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Google Shape;26;p43"/>
          <p:cNvSpPr/>
          <p:nvPr/>
        </p:nvSpPr>
        <p:spPr>
          <a:xfrm>
            <a:off x="7478129" y="3"/>
            <a:ext cx="4713870" cy="4338692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13" name="Google Shape;27;p43"/>
          <p:cNvSpPr txBox="1">
            <a:spLocks noGrp="1"/>
          </p:cNvSpPr>
          <p:nvPr>
            <p:ph type="ctrTitle"/>
          </p:nvPr>
        </p:nvSpPr>
        <p:spPr>
          <a:xfrm>
            <a:off x="703581" y="3464431"/>
            <a:ext cx="10784839" cy="187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4" name="Google Shape;28;p43"/>
          <p:cNvSpPr txBox="1">
            <a:spLocks noGrp="1"/>
          </p:cNvSpPr>
          <p:nvPr>
            <p:ph type="subTitle" idx="1"/>
          </p:nvPr>
        </p:nvSpPr>
        <p:spPr>
          <a:xfrm>
            <a:off x="1828801" y="4233418"/>
            <a:ext cx="8534399" cy="188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815" name="Google Shape;29;p43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6" name="Google Shape;30;p43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7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Google Shape;33;p44"/>
          <p:cNvSpPr txBox="1">
            <a:spLocks noGrp="1"/>
          </p:cNvSpPr>
          <p:nvPr>
            <p:ph type="title"/>
          </p:nvPr>
        </p:nvSpPr>
        <p:spPr>
          <a:xfrm>
            <a:off x="410363" y="622834"/>
            <a:ext cx="11371275" cy="74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0" name="Google Shape;34;p44"/>
          <p:cNvSpPr txBox="1">
            <a:spLocks noGrp="1"/>
          </p:cNvSpPr>
          <p:nvPr>
            <p:ph type="body" idx="1"/>
          </p:nvPr>
        </p:nvSpPr>
        <p:spPr>
          <a:xfrm>
            <a:off x="609600" y="1738726"/>
            <a:ext cx="5303520" cy="498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861" name="Google Shape;35;p44"/>
          <p:cNvSpPr txBox="1">
            <a:spLocks noGrp="1"/>
          </p:cNvSpPr>
          <p:nvPr>
            <p:ph type="body" idx="2"/>
          </p:nvPr>
        </p:nvSpPr>
        <p:spPr>
          <a:xfrm>
            <a:off x="6278879" y="1738726"/>
            <a:ext cx="5303520" cy="498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862" name="Google Shape;36;p44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3" name="Google Shape;37;p44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4" name="Google Shape;38;p44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5" name="Google Shape;40;p45"/>
          <p:cNvSpPr txBox="1">
            <a:spLocks noGrp="1"/>
          </p:cNvSpPr>
          <p:nvPr>
            <p:ph type="title"/>
          </p:nvPr>
        </p:nvSpPr>
        <p:spPr>
          <a:xfrm>
            <a:off x="410363" y="622834"/>
            <a:ext cx="11371275" cy="74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6" name="Google Shape;41;p45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7" name="Google Shape;42;p45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8" name="Google Shape;43;p45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40"/>
          <p:cNvSpPr txBox="1">
            <a:spLocks noGrp="1"/>
          </p:cNvSpPr>
          <p:nvPr>
            <p:ph type="title"/>
          </p:nvPr>
        </p:nvSpPr>
        <p:spPr>
          <a:xfrm>
            <a:off x="410363" y="622834"/>
            <a:ext cx="11371275" cy="74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40"/>
          <p:cNvSpPr txBox="1">
            <a:spLocks noGrp="1"/>
          </p:cNvSpPr>
          <p:nvPr>
            <p:ph type="body" idx="1"/>
          </p:nvPr>
        </p:nvSpPr>
        <p:spPr>
          <a:xfrm>
            <a:off x="703581" y="3404654"/>
            <a:ext cx="10784839" cy="1892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8;p40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9" name="Google Shape;9;p40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0" name="Google Shape;10;p40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zh-TW" smtClean="0"/>
              <a:pPr/>
              <a:t>‹#›</a:t>
            </a:fld>
            <a:endParaRPr lang="zh-TW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2.png"/><Relationship Id="rId4" Type="http://schemas.openxmlformats.org/officeDocument/2006/relationships/image" Target="../media/image20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195"/>
            <a:ext cx="12030455" cy="7211900"/>
          </a:xfrm>
          <a:prstGeom prst="rect">
            <a:avLst/>
          </a:prstGeom>
          <a:blipFill dpi="0" rotWithShape="1">
            <a:blip r:embed="rId4">
              <a:alphaModFix amt="54000"/>
            </a:blip>
            <a:srcRect/>
            <a:tile tx="0" ty="0" sx="100000" sy="100000" flip="none" algn="tl"/>
          </a:blipFill>
        </p:spPr>
      </p:pic>
      <p:sp>
        <p:nvSpPr>
          <p:cNvPr id="1048588" name="Google Shape;48;p1"/>
          <p:cNvSpPr txBox="1"/>
          <p:nvPr/>
        </p:nvSpPr>
        <p:spPr>
          <a:xfrm>
            <a:off x="7113354" y="2976387"/>
            <a:ext cx="6133931" cy="317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8800" b="1" u="sng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掌</a:t>
            </a:r>
            <a:r>
              <a:rPr lang="zh-TW" altLang="en-US" sz="88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</a:t>
            </a:r>
            <a:r>
              <a:rPr lang="zh-TW" altLang="en-US" sz="8800" b="1" u="sng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卡</a:t>
            </a:r>
            <a:endParaRPr lang="en-US" altLang="zh-TW" sz="8800" b="1" u="sng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66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altLang="en-US" sz="6600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</a:t>
            </a:r>
            <a:r>
              <a:rPr lang="zh-TW" altLang="en-US" sz="66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映照課程            </a:t>
            </a:r>
            <a:endParaRPr sz="66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589" name="Google Shape;49;p1"/>
          <p:cNvSpPr/>
          <p:nvPr/>
        </p:nvSpPr>
        <p:spPr>
          <a:xfrm>
            <a:off x="167639" y="515429"/>
            <a:ext cx="11862816" cy="6566916"/>
          </a:xfrm>
          <a:custGeom>
            <a:avLst/>
            <a:gdLst/>
            <a:ahLst/>
            <a:cxnLst/>
            <a:rect l="l" t="t" r="r" b="b"/>
            <a:pathLst>
              <a:path w="11862816" h="6566916" extrusionOk="0">
                <a:moveTo>
                  <a:pt x="0" y="6566916"/>
                </a:moveTo>
                <a:lnTo>
                  <a:pt x="11862816" y="6566916"/>
                </a:lnTo>
                <a:lnTo>
                  <a:pt x="11862816" y="0"/>
                </a:lnTo>
                <a:lnTo>
                  <a:pt x="0" y="0"/>
                </a:lnTo>
                <a:lnTo>
                  <a:pt x="0" y="6566916"/>
                </a:lnTo>
                <a:close/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1" name="Google Shape;51;p1"/>
          <p:cNvSpPr/>
          <p:nvPr/>
        </p:nvSpPr>
        <p:spPr>
          <a:xfrm>
            <a:off x="16528360" y="515429"/>
            <a:ext cx="1556003" cy="153314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0</a:t>
            </a:fld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6778917" y="4783729"/>
            <a:ext cx="360793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bg2"/>
                </a:solidFill>
                <a:latin typeface="華康粗黑體" panose="020B0709000000000000" pitchFamily="49" charset="-120"/>
                <a:ea typeface="華康粗黑體" panose="020B0709000000000000" pitchFamily="49" charset="-120"/>
                <a:cs typeface="文鼎新粗黑" panose="020B0609010101010101" pitchFamily="49" charset="-120"/>
              </a:rPr>
              <a:t>人人可用</a:t>
            </a:r>
          </a:p>
          <a:p>
            <a:r>
              <a:rPr lang="zh-TW" altLang="en-US" sz="2800" dirty="0">
                <a:solidFill>
                  <a:schemeClr val="bg2"/>
                </a:solidFill>
                <a:latin typeface="華康粗黑體" panose="020B0709000000000000" pitchFamily="49" charset="-120"/>
                <a:ea typeface="華康粗黑體" panose="020B0709000000000000" pitchFamily="49" charset="-120"/>
                <a:cs typeface="文鼎新粗黑" panose="020B0609010101010101" pitchFamily="49" charset="-120"/>
              </a:rPr>
              <a:t>自由提問</a:t>
            </a:r>
          </a:p>
          <a:p>
            <a:r>
              <a:rPr lang="zh-TW" altLang="en-US" sz="2800" dirty="0">
                <a:solidFill>
                  <a:schemeClr val="bg2"/>
                </a:solidFill>
                <a:latin typeface="華康粗黑體" panose="020B0709000000000000" pitchFamily="49" charset="-120"/>
                <a:ea typeface="華康粗黑體" panose="020B0709000000000000" pitchFamily="49" charset="-120"/>
                <a:cs typeface="文鼎新粗黑" panose="020B0609010101010101" pitchFamily="49" charset="-120"/>
              </a:rPr>
              <a:t>內在連結</a:t>
            </a:r>
          </a:p>
          <a:p>
            <a:r>
              <a:rPr lang="zh-TW" altLang="en-US" sz="2800" dirty="0">
                <a:solidFill>
                  <a:schemeClr val="bg2"/>
                </a:solidFill>
                <a:latin typeface="華康粗黑體" panose="020B0709000000000000" pitchFamily="49" charset="-120"/>
                <a:ea typeface="華康粗黑體" panose="020B0709000000000000" pitchFamily="49" charset="-120"/>
                <a:cs typeface="文鼎新粗黑" panose="020B0609010101010101" pitchFamily="49" charset="-120"/>
              </a:rPr>
              <a:t>自由探索內在</a:t>
            </a:r>
          </a:p>
          <a:p>
            <a:r>
              <a:rPr lang="zh-TW" altLang="en-US" sz="2800" dirty="0">
                <a:solidFill>
                  <a:schemeClr val="bg2"/>
                </a:solidFill>
                <a:latin typeface="華康粗黑體" panose="020B0709000000000000" pitchFamily="49" charset="-120"/>
                <a:ea typeface="華康粗黑體" panose="020B0709000000000000" pitchFamily="49" charset="-120"/>
                <a:cs typeface="文鼎新粗黑" panose="020B0609010101010101" pitchFamily="49" charset="-120"/>
              </a:rPr>
              <a:t>感知能量狀態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58;p2"/>
          <p:cNvSpPr txBox="1"/>
          <p:nvPr/>
        </p:nvSpPr>
        <p:spPr>
          <a:xfrm>
            <a:off x="851402" y="823286"/>
            <a:ext cx="11340598" cy="3179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在一千多年前的中國，人們開始用手中小小的紙牌，來傳遞故事與情感。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那時叫做「葉子戲」，像葉片一樣輕巧，每一張都載著人們的希望與想像。</a:t>
            </a:r>
            <a:endParaRPr lang="en-US" altLang="zh-TW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zh-TW" altLang="en-US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後來，這些紙牌沿著商旅之路，穿越沙漠，越過海洋，來到了中東與歐洲。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在歐洲，人們為紙牌賦予了花色與符號，將黑桃、紅心、方塊、梅花，</a:t>
            </a:r>
            <a:endParaRPr lang="en-US" altLang="zh-TW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刻進牌面，成為秩序與寓意的象徵。</a:t>
            </a:r>
            <a:endParaRPr lang="en-US" altLang="zh-TW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zh-TW" altLang="en-US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從一片葉子到一副牌，撲克牌記錄了文化的流轉，也藏著心靈的呼喚。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而掌運卡，便是在這條古老的路上，拾起屬於我們自己的答案</a:t>
            </a:r>
            <a:endParaRPr lang="en-US" altLang="zh-TW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idx="12"/>
          </p:nvPr>
        </p:nvSpPr>
        <p:spPr>
          <a:xfrm>
            <a:off x="8808385" y="7181691"/>
            <a:ext cx="2804160" cy="377984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1</a:t>
            </a:fld>
            <a:endParaRPr lang="zh-TW" altLang="en-US" dirty="0"/>
          </a:p>
        </p:txBody>
      </p:sp>
      <p:sp>
        <p:nvSpPr>
          <p:cNvPr id="6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8;p2"/>
          <p:cNvSpPr txBox="1"/>
          <p:nvPr/>
        </p:nvSpPr>
        <p:spPr>
          <a:xfrm>
            <a:off x="851402" y="4521427"/>
            <a:ext cx="11340598" cy="284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中國唐朝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葉子戲（最早期的紙牌遊戲）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中東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馬穆魯克紙牌（出現了花色與宮廷牌）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歐洲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花色與宮廷牌標準化（黑桃、紅心、方塊、梅花）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現代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撲克牌成型（成為全球通用的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張牌）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5.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 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回歸精神（從最原始的本質重新啟動提問）</a:t>
            </a:r>
            <a:endParaRPr lang="en-US" altLang="zh-TW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65;p3"/>
          <p:cNvSpPr txBox="1"/>
          <p:nvPr/>
        </p:nvSpPr>
        <p:spPr>
          <a:xfrm>
            <a:off x="3563498" y="4376244"/>
            <a:ext cx="2356485" cy="2609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二</a:t>
            </a:r>
            <a:r>
              <a:rPr lang="en-US" altLang="zh-TW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24"/>
              </a:spcBef>
            </a:pP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165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自我靈性覺知，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165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藉由自身的提問，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165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啟動真如的自我靈性牽引肉身的選牌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165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找出凡身的迷失及解決方法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02" name="Google Shape;66;p3"/>
          <p:cNvSpPr txBox="1"/>
          <p:nvPr/>
        </p:nvSpPr>
        <p:spPr>
          <a:xfrm>
            <a:off x="472825" y="4376244"/>
            <a:ext cx="2874645" cy="180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</a:t>
            </a:r>
            <a:r>
              <a:rPr lang="en-US" altLang="zh-TW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1"/>
              </a:spcBef>
            </a:pPr>
            <a:endParaRPr sz="6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6040" marR="12700">
              <a:lnSpc>
                <a:spcPct val="100099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何謂撲克牌掌運卡，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66040" marR="12700">
              <a:lnSpc>
                <a:spcPct val="100099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就是慧、 智的結合，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66040" marR="12700">
              <a:lnSpc>
                <a:spcPct val="100099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心智與洞察力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66040" marR="12700">
              <a:lnSpc>
                <a:spcPct val="100099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至少有兩種不同的意思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10"/>
              </a:spcBef>
            </a:pP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604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指智力與思考力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03" name="Google Shape;67;p3"/>
          <p:cNvSpPr txBox="1"/>
          <p:nvPr/>
        </p:nvSpPr>
        <p:spPr>
          <a:xfrm>
            <a:off x="526542" y="6471358"/>
            <a:ext cx="2354580" cy="621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指對人有啟發引導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他人深刻洞察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08" name="Google Shape;72;p3"/>
          <p:cNvSpPr txBox="1"/>
          <p:nvPr/>
        </p:nvSpPr>
        <p:spPr>
          <a:xfrm>
            <a:off x="9410701" y="1523388"/>
            <a:ext cx="3084594" cy="256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47600"/>
              </a:lnSpc>
            </a:pPr>
            <a:r>
              <a:rPr lang="zh-TW" altLang="en-US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四：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不算命不看運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47600"/>
              </a:lnSpc>
            </a:pP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除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迷解惑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，運勢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明</a:t>
            </a:r>
            <a:endParaRPr lang="en-US" altLang="zh-TW" sz="2000" b="1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47600"/>
              </a:lnSpc>
            </a:pPr>
            <a:r>
              <a:rPr lang="zh-TW" altLang="en-US" sz="2000" b="1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除去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迷惑直指人心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09" name="Google Shape;73;p3"/>
          <p:cNvSpPr txBox="1"/>
          <p:nvPr/>
        </p:nvSpPr>
        <p:spPr>
          <a:xfrm>
            <a:off x="6517776" y="1665037"/>
            <a:ext cx="2059305" cy="193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48400"/>
              </a:lnSpc>
            </a:pPr>
            <a:r>
              <a:rPr lang="zh-TW" altLang="en-US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lang="en-US" altLang="zh-TW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融合道、法、術、 器、勢、志六字真言的顯化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idx="12"/>
          </p:nvPr>
        </p:nvSpPr>
        <p:spPr>
          <a:xfrm>
            <a:off x="8742431" y="7181691"/>
            <a:ext cx="2804160" cy="377984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54"/>
            <a:ext cx="3043343" cy="346287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343" y="104976"/>
            <a:ext cx="3092667" cy="345799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4872" y="3603057"/>
            <a:ext cx="2978866" cy="3595404"/>
          </a:xfrm>
          <a:prstGeom prst="rect">
            <a:avLst/>
          </a:prstGeom>
        </p:spPr>
      </p:pic>
      <p:sp>
        <p:nvSpPr>
          <p:cNvPr id="18" name="Google Shape;73;p3"/>
          <p:cNvSpPr txBox="1"/>
          <p:nvPr/>
        </p:nvSpPr>
        <p:spPr>
          <a:xfrm>
            <a:off x="7585124" y="119470"/>
            <a:ext cx="3961467" cy="1042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4840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學習掌運卡不止是自我成長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4840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更是成為溫柔引導他人力量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7265684" y="3629783"/>
            <a:ext cx="954594" cy="954594"/>
            <a:chOff x="6732396" y="4009292"/>
            <a:chExt cx="954594" cy="954594"/>
          </a:xfrm>
        </p:grpSpPr>
        <p:sp>
          <p:nvSpPr>
            <p:cNvPr id="4" name="橢圓 3"/>
            <p:cNvSpPr/>
            <p:nvPr/>
          </p:nvSpPr>
          <p:spPr>
            <a:xfrm>
              <a:off x="6732396" y="4009292"/>
              <a:ext cx="954594" cy="95459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Google Shape;73;p3"/>
            <p:cNvSpPr txBox="1"/>
            <p:nvPr/>
          </p:nvSpPr>
          <p:spPr>
            <a:xfrm>
              <a:off x="6789335" y="4032504"/>
              <a:ext cx="840716" cy="687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2700" marR="12700" algn="ctr">
                <a:lnSpc>
                  <a:spcPct val="148400"/>
                </a:lnSpc>
              </a:pPr>
              <a:r>
                <a:rPr lang="zh-TW" altLang="en-US" sz="4000" b="1" dirty="0">
                  <a:solidFill>
                    <a:schemeClr val="accent6">
                      <a:lumMod val="50000"/>
                    </a:schemeClr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志</a:t>
              </a:r>
              <a:endParaRPr sz="4000" dirty="0">
                <a:solidFill>
                  <a:schemeClr val="accent6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6352424" y="4617380"/>
            <a:ext cx="954594" cy="954594"/>
            <a:chOff x="6732396" y="4009292"/>
            <a:chExt cx="954594" cy="954594"/>
          </a:xfrm>
        </p:grpSpPr>
        <p:sp>
          <p:nvSpPr>
            <p:cNvPr id="20" name="橢圓 19"/>
            <p:cNvSpPr/>
            <p:nvPr/>
          </p:nvSpPr>
          <p:spPr>
            <a:xfrm>
              <a:off x="6732396" y="4009292"/>
              <a:ext cx="954594" cy="95459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Google Shape;73;p3"/>
            <p:cNvSpPr txBox="1"/>
            <p:nvPr/>
          </p:nvSpPr>
          <p:spPr>
            <a:xfrm>
              <a:off x="6789335" y="4032504"/>
              <a:ext cx="840716" cy="687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2700" marR="12700" algn="ctr">
                <a:lnSpc>
                  <a:spcPct val="148400"/>
                </a:lnSpc>
              </a:pPr>
              <a:r>
                <a:rPr lang="zh-TW" altLang="en-US" sz="4000" b="1" dirty="0">
                  <a:solidFill>
                    <a:schemeClr val="accent6">
                      <a:lumMod val="50000"/>
                    </a:schemeClr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器</a:t>
              </a:r>
              <a:endParaRPr sz="4000" dirty="0">
                <a:solidFill>
                  <a:schemeClr val="accent6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8135784" y="4600253"/>
            <a:ext cx="954594" cy="954594"/>
            <a:chOff x="6732396" y="4009292"/>
            <a:chExt cx="954594" cy="954594"/>
          </a:xfrm>
        </p:grpSpPr>
        <p:sp>
          <p:nvSpPr>
            <p:cNvPr id="23" name="橢圓 22"/>
            <p:cNvSpPr/>
            <p:nvPr/>
          </p:nvSpPr>
          <p:spPr>
            <a:xfrm>
              <a:off x="6732396" y="4009292"/>
              <a:ext cx="954594" cy="95459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Google Shape;73;p3"/>
            <p:cNvSpPr txBox="1"/>
            <p:nvPr/>
          </p:nvSpPr>
          <p:spPr>
            <a:xfrm>
              <a:off x="6789335" y="4032504"/>
              <a:ext cx="840716" cy="687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2700" marR="12700" algn="ctr">
                <a:lnSpc>
                  <a:spcPct val="148400"/>
                </a:lnSpc>
              </a:pPr>
              <a:r>
                <a:rPr lang="zh-TW" altLang="en-US" sz="4000" b="1" dirty="0">
                  <a:solidFill>
                    <a:schemeClr val="accent6">
                      <a:lumMod val="50000"/>
                    </a:schemeClr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法</a:t>
              </a:r>
              <a:endParaRPr sz="4000" dirty="0">
                <a:solidFill>
                  <a:schemeClr val="accent6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7949497" y="5780484"/>
            <a:ext cx="954594" cy="954594"/>
            <a:chOff x="6732396" y="4009292"/>
            <a:chExt cx="954594" cy="954594"/>
          </a:xfrm>
        </p:grpSpPr>
        <p:sp>
          <p:nvSpPr>
            <p:cNvPr id="26" name="橢圓 25"/>
            <p:cNvSpPr/>
            <p:nvPr/>
          </p:nvSpPr>
          <p:spPr>
            <a:xfrm>
              <a:off x="6732396" y="4009292"/>
              <a:ext cx="954594" cy="95459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Google Shape;73;p3"/>
            <p:cNvSpPr txBox="1"/>
            <p:nvPr/>
          </p:nvSpPr>
          <p:spPr>
            <a:xfrm>
              <a:off x="6789335" y="4032504"/>
              <a:ext cx="840716" cy="687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2700" marR="12700" algn="ctr">
                <a:lnSpc>
                  <a:spcPct val="148400"/>
                </a:lnSpc>
              </a:pPr>
              <a:r>
                <a:rPr lang="zh-TW" altLang="en-US" sz="4000" b="1" dirty="0">
                  <a:solidFill>
                    <a:schemeClr val="accent6">
                      <a:lumMod val="50000"/>
                    </a:schemeClr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術</a:t>
              </a:r>
              <a:endParaRPr sz="4000" b="1" dirty="0">
                <a:solidFill>
                  <a:schemeClr val="accent6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6658956" y="5763420"/>
            <a:ext cx="954594" cy="954594"/>
            <a:chOff x="6732396" y="4009292"/>
            <a:chExt cx="954594" cy="954594"/>
          </a:xfrm>
        </p:grpSpPr>
        <p:sp>
          <p:nvSpPr>
            <p:cNvPr id="29" name="橢圓 28"/>
            <p:cNvSpPr/>
            <p:nvPr/>
          </p:nvSpPr>
          <p:spPr>
            <a:xfrm>
              <a:off x="6732396" y="4009292"/>
              <a:ext cx="954594" cy="95459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Google Shape;73;p3"/>
            <p:cNvSpPr txBox="1"/>
            <p:nvPr/>
          </p:nvSpPr>
          <p:spPr>
            <a:xfrm>
              <a:off x="6789335" y="4032504"/>
              <a:ext cx="840716" cy="687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2700" marR="12700" algn="ctr">
                <a:lnSpc>
                  <a:spcPct val="148400"/>
                </a:lnSpc>
              </a:pPr>
              <a:r>
                <a:rPr lang="zh-TW" altLang="en-US" sz="4000" b="1" dirty="0">
                  <a:solidFill>
                    <a:schemeClr val="accent6">
                      <a:lumMod val="50000"/>
                    </a:schemeClr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識</a:t>
              </a:r>
              <a:endParaRPr sz="4000" b="1" dirty="0">
                <a:solidFill>
                  <a:schemeClr val="accent6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35" name="Google Shape;73;p3"/>
          <p:cNvSpPr txBox="1"/>
          <p:nvPr/>
        </p:nvSpPr>
        <p:spPr>
          <a:xfrm>
            <a:off x="7373709" y="4691794"/>
            <a:ext cx="948321" cy="123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48400"/>
              </a:lnSpc>
            </a:pPr>
            <a:r>
              <a:rPr lang="zh-TW" altLang="en-US" sz="5400" b="1" dirty="0">
                <a:solidFill>
                  <a:schemeClr val="accent6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道</a:t>
            </a:r>
            <a:endParaRPr sz="5400" dirty="0">
              <a:solidFill>
                <a:schemeClr val="accent6">
                  <a:lumMod val="50000"/>
                </a:schemeClr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58;p2"/>
          <p:cNvSpPr txBox="1"/>
          <p:nvPr/>
        </p:nvSpPr>
        <p:spPr>
          <a:xfrm>
            <a:off x="945188" y="309339"/>
            <a:ext cx="10308967" cy="861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zh-TW" altLang="en-US" sz="2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                                  六字真言淺談</a:t>
            </a:r>
          </a:p>
          <a:p>
            <a:pPr marL="12700" marR="12700" algn="just"/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</a:t>
            </a:r>
            <a:r>
              <a:rPr lang="zh-TW" altLang="en-US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道</a:t>
            </a:r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】</a:t>
            </a:r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你的生命信仰與靈性源頭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「道」是意識、意圖、願景、使命，指引你存在的核心來源與方向。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融合意義：顯化的「初衷」，沒有道，就容易迷失。</a:t>
            </a:r>
            <a:endParaRPr lang="en-US" altLang="zh-TW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zh-TW" altLang="en-US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</a:t>
            </a:r>
            <a:r>
              <a:rPr lang="zh-TW" altLang="en-US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法</a:t>
            </a:r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】</a:t>
            </a:r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你的行動準則與實踐方法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「法」是將內在信仰體化為具體行動的規範與過程，是讓理想得以實現的道路。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融合意義：貫徹的「路徑」，沒有法，理想無法落地。</a:t>
            </a:r>
            <a:endParaRPr lang="en-US" altLang="zh-TW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zh-TW" altLang="en-US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</a:t>
            </a:r>
            <a:r>
              <a:rPr lang="zh-TW" altLang="en-US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術</a:t>
            </a:r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】</a:t>
            </a:r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你的執行手法與靈活技巧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「術」是根據法則之下，靈活運用的各種操作與執行技巧，是具體行動的方法。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融合意義：落地的「手段」，沒有術，難以靈活達成。</a:t>
            </a:r>
            <a:endParaRPr lang="en-US" altLang="zh-TW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en-US" altLang="zh-TW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</a:t>
            </a:r>
            <a:r>
              <a:rPr lang="zh-TW" altLang="en-US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器</a:t>
            </a:r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】</a:t>
            </a:r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你的技能資源與實踐工具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「器」是你在世界上使用的各種工具、資源與技藝，協助你完成任務與目標。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融合意義：實現的「工具」，沒有器，執行受限。</a:t>
            </a:r>
            <a:endParaRPr lang="en-US" altLang="zh-TW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en-US" altLang="zh-TW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</a:t>
            </a:r>
            <a:r>
              <a:rPr lang="zh-TW" altLang="en-US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識</a:t>
            </a:r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】</a:t>
            </a:r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你的覺察力與判斷智慧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「識」是看清現實、辨別對錯、選擇方向的能力，幫助你在變化中保持清明。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融合意義：指引的「明燈」，沒有識，容易迷失與誤判。</a:t>
            </a:r>
            <a:endParaRPr lang="en-US" altLang="zh-TW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en-US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</a:t>
            </a:r>
            <a:r>
              <a:rPr lang="zh-TW" altLang="en-US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志</a:t>
            </a:r>
            <a:r>
              <a:rPr lang="en-US" altLang="zh-TW" sz="1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】</a:t>
            </a:r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你的目標動力與推進能量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「志」是你想要達成的志向與抱負，是推動你不斷前行、跨越困難的內在驅動力。</a:t>
            </a:r>
          </a:p>
          <a:p>
            <a:pPr marL="12700" marR="12700" algn="just"/>
            <a:r>
              <a:rPr lang="zh-TW" altLang="en-US" sz="1800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融合意義：燃燒的「動力」，沒有志，容易途中耗竭。</a:t>
            </a:r>
            <a:endParaRPr lang="en-US" altLang="zh-TW" sz="1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sz="16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idx="12"/>
          </p:nvPr>
        </p:nvSpPr>
        <p:spPr>
          <a:xfrm>
            <a:off x="8808385" y="7181691"/>
            <a:ext cx="2804160" cy="377984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3</a:t>
            </a:fld>
            <a:endParaRPr lang="zh-TW" altLang="en-US" dirty="0"/>
          </a:p>
        </p:txBody>
      </p:sp>
      <p:sp>
        <p:nvSpPr>
          <p:cNvPr id="6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949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58;p2"/>
          <p:cNvSpPr txBox="1"/>
          <p:nvPr/>
        </p:nvSpPr>
        <p:spPr>
          <a:xfrm>
            <a:off x="686302" y="573938"/>
            <a:ext cx="10642098" cy="919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                            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掌運卡的核心概念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】</a:t>
            </a:r>
            <a:endParaRPr lang="zh-TW" altLang="en-US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市面上的牌卡種類繁多，其中最廣為人知的就是塔羅牌。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而這些系統的源頭，其實可以追溯到最初的撲克牌結構。</a:t>
            </a:r>
          </a:p>
          <a:p>
            <a:pPr marL="12700" marR="12700" algn="just"/>
            <a:endParaRPr lang="zh-TW" altLang="en-US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掌運卡映照課程回歸這份純粹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——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以提問為起點，帶著專注的心境，選取當下最呼應內心的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1~6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張牌，</a:t>
            </a:r>
            <a:endParaRPr lang="en-US" altLang="zh-TW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連結提問與答案。</a:t>
            </a:r>
          </a:p>
          <a:p>
            <a:pPr marL="12700" marR="12700" algn="just"/>
            <a:endParaRPr lang="zh-TW" altLang="en-US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這不只是抽牌，而是一次直覺與運勢的對話。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市面上大多數的牌卡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無論塔羅、神諭卡、靈性卡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其實都源自最原始的撲克牌系統。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掌運卡承襲這份起源與精神，保留了最單純、最貼近直覺的抽卡方式：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以雙手承接每一次提問，憑內心的呼喚，選出當下最有感應的牌卡。</a:t>
            </a: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這就是掌運卡的精神</a:t>
            </a:r>
            <a:r>
              <a:rPr lang="en-US" altLang="zh-TW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——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運在手中，心之所向。</a:t>
            </a:r>
          </a:p>
          <a:p>
            <a:pPr marL="12700" marR="12700" algn="just"/>
            <a:endParaRPr lang="en-US" altLang="zh-TW" sz="40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en-US" altLang="zh-TW" sz="40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40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      準備好</a:t>
            </a:r>
            <a:r>
              <a:rPr lang="zh-TW" altLang="en-US" sz="40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了 開始</a:t>
            </a:r>
            <a:r>
              <a:rPr lang="zh-TW" altLang="en-US" sz="40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嘍！</a:t>
            </a:r>
            <a:r>
              <a:rPr lang="zh-TW" altLang="en-US" sz="40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！</a:t>
            </a:r>
            <a:endParaRPr lang="en-US" altLang="zh-TW" sz="40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idx="12"/>
          </p:nvPr>
        </p:nvSpPr>
        <p:spPr>
          <a:xfrm>
            <a:off x="8808385" y="7181691"/>
            <a:ext cx="2804160" cy="377984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997" y="5611956"/>
            <a:ext cx="2069007" cy="1547745"/>
          </a:xfrm>
          <a:prstGeom prst="rect">
            <a:avLst/>
          </a:prstGeom>
        </p:spPr>
      </p:pic>
      <p:sp>
        <p:nvSpPr>
          <p:cNvPr id="6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652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78;p4"/>
          <p:cNvSpPr/>
          <p:nvPr/>
        </p:nvSpPr>
        <p:spPr>
          <a:xfrm>
            <a:off x="5" y="350837"/>
            <a:ext cx="2490419" cy="1458340"/>
          </a:xfrm>
          <a:custGeom>
            <a:avLst/>
            <a:gdLst/>
            <a:ahLst/>
            <a:cxnLst/>
            <a:rect l="l" t="t" r="r" b="b"/>
            <a:pathLst>
              <a:path w="2490419" h="1458340" extrusionOk="0">
                <a:moveTo>
                  <a:pt x="2435225" y="0"/>
                </a:moveTo>
                <a:lnTo>
                  <a:pt x="0" y="0"/>
                </a:lnTo>
                <a:lnTo>
                  <a:pt x="0" y="1458340"/>
                </a:lnTo>
                <a:lnTo>
                  <a:pt x="367050" y="1452601"/>
                </a:lnTo>
                <a:lnTo>
                  <a:pt x="697630" y="1433321"/>
                </a:lnTo>
                <a:lnTo>
                  <a:pt x="993516" y="1401579"/>
                </a:lnTo>
                <a:lnTo>
                  <a:pt x="1256482" y="1358452"/>
                </a:lnTo>
                <a:lnTo>
                  <a:pt x="1488303" y="1305020"/>
                </a:lnTo>
                <a:lnTo>
                  <a:pt x="1690754" y="1242359"/>
                </a:lnTo>
                <a:lnTo>
                  <a:pt x="1865610" y="1171549"/>
                </a:lnTo>
                <a:lnTo>
                  <a:pt x="2014646" y="1093668"/>
                </a:lnTo>
                <a:lnTo>
                  <a:pt x="2139638" y="1009793"/>
                </a:lnTo>
                <a:lnTo>
                  <a:pt x="2242359" y="921003"/>
                </a:lnTo>
                <a:lnTo>
                  <a:pt x="2324586" y="828377"/>
                </a:lnTo>
                <a:lnTo>
                  <a:pt x="2388092" y="732993"/>
                </a:lnTo>
                <a:lnTo>
                  <a:pt x="2434654" y="635928"/>
                </a:lnTo>
                <a:lnTo>
                  <a:pt x="2466045" y="538261"/>
                </a:lnTo>
                <a:lnTo>
                  <a:pt x="2484042" y="441071"/>
                </a:lnTo>
                <a:lnTo>
                  <a:pt x="2490419" y="345434"/>
                </a:lnTo>
                <a:lnTo>
                  <a:pt x="2486950" y="252431"/>
                </a:lnTo>
                <a:lnTo>
                  <a:pt x="2475412" y="163139"/>
                </a:lnTo>
                <a:lnTo>
                  <a:pt x="2457578" y="78635"/>
                </a:lnTo>
                <a:lnTo>
                  <a:pt x="2435225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8" name="Google Shape;79;p4"/>
          <p:cNvSpPr txBox="1"/>
          <p:nvPr/>
        </p:nvSpPr>
        <p:spPr>
          <a:xfrm>
            <a:off x="154640" y="713426"/>
            <a:ext cx="2061845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紙牌的秘密</a:t>
            </a:r>
            <a:endParaRPr sz="3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19" name="Google Shape;80;p4"/>
          <p:cNvSpPr txBox="1"/>
          <p:nvPr/>
        </p:nvSpPr>
        <p:spPr>
          <a:xfrm>
            <a:off x="2490424" y="350833"/>
            <a:ext cx="951484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撲克牌的起源是源於記錄天體運行，將其內涵和西洋曆法做比對，就可以明白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128" y="5344732"/>
            <a:ext cx="2566892" cy="1925169"/>
          </a:xfrm>
          <a:prstGeom prst="rect">
            <a:avLst/>
          </a:prstGeom>
        </p:spPr>
      </p:pic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5</a:t>
            </a:fld>
            <a:endParaRPr lang="zh-TW" altLang="en-US" dirty="0"/>
          </a:p>
        </p:txBody>
      </p:sp>
      <p:sp>
        <p:nvSpPr>
          <p:cNvPr id="8" name="Google Shape;58;p2"/>
          <p:cNvSpPr txBox="1"/>
          <p:nvPr/>
        </p:nvSpPr>
        <p:spPr>
          <a:xfrm>
            <a:off x="2084788" y="1422283"/>
            <a:ext cx="11340598" cy="661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一副撲克牌有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54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張，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張數字牌、</a:t>
            </a:r>
            <a:endParaRPr lang="en-US" altLang="zh-TW" sz="25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Joker</a:t>
            </a:r>
            <a:r>
              <a:rPr lang="en-US" altLang="zh-TW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看好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更好看壞更壞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、不屬於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大花色要取出</a:t>
            </a:r>
          </a:p>
          <a:p>
            <a:pPr marL="12700" marR="12700" algn="just"/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個花色、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種顏色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白天晚上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 algn="just"/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 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張是一整年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個星期 </a:t>
            </a:r>
          </a:p>
          <a:p>
            <a:pPr marL="12700" marR="12700" algn="just"/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：黑桃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(S)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、紅心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(H)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、方塊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(D)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、梅花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(C).</a:t>
            </a:r>
          </a:p>
          <a:p>
            <a:pPr marL="12700" marR="12700" algn="just"/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代表春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萬物發展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、夏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熱情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、秋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智慧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、冬季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枯萎轉變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5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：每季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張，表示一季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星期</a:t>
            </a:r>
          </a:p>
          <a:p>
            <a:pPr marL="12700" marR="12700" algn="just"/>
            <a:r>
              <a:rPr lang="en-US" altLang="zh-TW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：每種圖案共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張（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A-K</a:t>
            </a:r>
            <a:r>
              <a:rPr lang="zh-TW" altLang="en-US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endParaRPr lang="en-US" altLang="zh-TW" sz="2500" b="1" dirty="0" smtClean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altLang="en-US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把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當十一點， 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</a:t>
            </a:r>
            <a:r>
              <a:rPr lang="zh-TW" altLang="en-US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十二點，</a:t>
            </a:r>
            <a:r>
              <a:rPr lang="en-US" altLang="zh-TW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十三點</a:t>
            </a:r>
            <a:r>
              <a:rPr lang="zh-TW" altLang="en-US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2500" b="1" dirty="0" smtClean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數字加起來是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91 ,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而每季平均也是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91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</a:t>
            </a:r>
          </a:p>
          <a:p>
            <a:pPr marL="12700" marR="12700" algn="just"/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91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×4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季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=364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，加小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Joker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365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天，恰巧是一年正常天數 </a:t>
            </a:r>
          </a:p>
          <a:p>
            <a:pPr marL="12700" marR="12700" algn="just"/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：大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Joker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代表閏年多的那一天，每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年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月就會有</a:t>
            </a:r>
            <a:r>
              <a:rPr lang="en-US" altLang="zh-TW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29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日</a:t>
            </a:r>
          </a:p>
          <a:p>
            <a:pPr marL="12700" marR="12700" algn="just"/>
            <a:r>
              <a:rPr lang="zh-TW" altLang="en-US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</a:t>
            </a:r>
            <a:r>
              <a:rPr lang="en-US" altLang="zh-TW" sz="25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</a:t>
            </a:r>
            <a:r>
              <a:rPr lang="zh-TW" altLang="en-US" sz="25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：全牌只有兩色，紅色表白天，黑表夜晚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86;p5"/>
          <p:cNvSpPr/>
          <p:nvPr/>
        </p:nvSpPr>
        <p:spPr>
          <a:xfrm>
            <a:off x="5" y="350837"/>
            <a:ext cx="2490419" cy="1458340"/>
          </a:xfrm>
          <a:custGeom>
            <a:avLst/>
            <a:gdLst/>
            <a:ahLst/>
            <a:cxnLst/>
            <a:rect l="l" t="t" r="r" b="b"/>
            <a:pathLst>
              <a:path w="2490419" h="1458340" extrusionOk="0">
                <a:moveTo>
                  <a:pt x="2435225" y="0"/>
                </a:moveTo>
                <a:lnTo>
                  <a:pt x="0" y="0"/>
                </a:lnTo>
                <a:lnTo>
                  <a:pt x="0" y="1458340"/>
                </a:lnTo>
                <a:lnTo>
                  <a:pt x="367050" y="1452601"/>
                </a:lnTo>
                <a:lnTo>
                  <a:pt x="697630" y="1433321"/>
                </a:lnTo>
                <a:lnTo>
                  <a:pt x="993516" y="1401579"/>
                </a:lnTo>
                <a:lnTo>
                  <a:pt x="1256482" y="1358452"/>
                </a:lnTo>
                <a:lnTo>
                  <a:pt x="1488303" y="1305020"/>
                </a:lnTo>
                <a:lnTo>
                  <a:pt x="1690754" y="1242359"/>
                </a:lnTo>
                <a:lnTo>
                  <a:pt x="1865610" y="1171549"/>
                </a:lnTo>
                <a:lnTo>
                  <a:pt x="2014646" y="1093668"/>
                </a:lnTo>
                <a:lnTo>
                  <a:pt x="2139638" y="1009793"/>
                </a:lnTo>
                <a:lnTo>
                  <a:pt x="2242359" y="921003"/>
                </a:lnTo>
                <a:lnTo>
                  <a:pt x="2324586" y="828377"/>
                </a:lnTo>
                <a:lnTo>
                  <a:pt x="2388092" y="732993"/>
                </a:lnTo>
                <a:lnTo>
                  <a:pt x="2434654" y="635928"/>
                </a:lnTo>
                <a:lnTo>
                  <a:pt x="2466045" y="538261"/>
                </a:lnTo>
                <a:lnTo>
                  <a:pt x="2484042" y="441071"/>
                </a:lnTo>
                <a:lnTo>
                  <a:pt x="2490419" y="345434"/>
                </a:lnTo>
                <a:lnTo>
                  <a:pt x="2486950" y="252431"/>
                </a:lnTo>
                <a:lnTo>
                  <a:pt x="2475412" y="163139"/>
                </a:lnTo>
                <a:lnTo>
                  <a:pt x="2457578" y="78635"/>
                </a:lnTo>
                <a:lnTo>
                  <a:pt x="2435225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4" name="Google Shape;87;p5"/>
          <p:cNvSpPr txBox="1"/>
          <p:nvPr/>
        </p:nvSpPr>
        <p:spPr>
          <a:xfrm>
            <a:off x="357636" y="713426"/>
            <a:ext cx="1653539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問牌需知</a:t>
            </a:r>
            <a:endParaRPr sz="3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25" name="Google Shape;88;p5"/>
          <p:cNvSpPr txBox="1"/>
          <p:nvPr/>
        </p:nvSpPr>
        <p:spPr>
          <a:xfrm>
            <a:off x="2490424" y="5835316"/>
            <a:ext cx="1579880" cy="37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不疑不問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26" name="Google Shape;89;p5"/>
          <p:cNvSpPr txBox="1"/>
          <p:nvPr/>
        </p:nvSpPr>
        <p:spPr>
          <a:xfrm>
            <a:off x="2490423" y="84020"/>
            <a:ext cx="9435411" cy="64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首先請靜下心來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3"/>
              </a:spcBef>
            </a:pP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7500" marR="12700" indent="-304800" algn="just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在心中默念想要問的問題，任何想知道的人、事、時、地、物都可 設定為想問的問題（問問題時人事時地物要明確）</a:t>
            </a:r>
            <a:endParaRPr lang="en-US" altLang="zh-TW" sz="24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317500" marR="12700" indent="-304800" algn="just"/>
            <a:r>
              <a:rPr lang="en-US" altLang="zh-TW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</a:t>
            </a:r>
            <a:r>
              <a:rPr lang="zh-TW" altLang="en-US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解析問題分析</a:t>
            </a:r>
            <a:r>
              <a:rPr lang="en-US" altLang="zh-TW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影響因素</a:t>
            </a:r>
            <a:r>
              <a:rPr lang="en-US" altLang="zh-TW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是提問的第一步，所以要先確定人、事、時、地、物</a:t>
            </a:r>
            <a:endParaRPr sz="2400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0"/>
              </a:spcBef>
            </a:pP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7500" marR="12700" indent="-304800" algn="just"/>
            <a:endParaRPr lang="zh-TW" altLang="en-US" sz="1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317500" marR="12700" indent="-304800" algn="just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可以自己問問題，也可幫他人問，但一次只能問一個問題，</a:t>
            </a:r>
            <a:endParaRPr lang="en-US" altLang="zh-TW" sz="24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317500" marR="12700" indent="-304800" algn="just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如果問題涉及人物對象可在心裡默念其姓名並想著對方的形象，則會更加的精準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29"/>
              </a:spcBef>
            </a:pP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一事不二問，但可改變問法來問同樣的問題，解牌不是算命不預設立場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3"/>
              </a:spcBef>
            </a:pP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居心要正，凡問邪事、投機、賭博等，或心存邪念、妄想者不靈       驗  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1874" y="5300639"/>
            <a:ext cx="2544266" cy="1908199"/>
          </a:xfrm>
          <a:prstGeom prst="rect">
            <a:avLst/>
          </a:prstGeom>
        </p:spPr>
      </p:pic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>
          <a:xfrm>
            <a:off x="2382392" y="7030498"/>
            <a:ext cx="9200008" cy="377984"/>
          </a:xfrm>
        </p:spPr>
        <p:txBody>
          <a:bodyPr/>
          <a:lstStyle/>
          <a:p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fld id="{00000000-1234-1234-1234-123412341234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sp>
        <p:nvSpPr>
          <p:cNvPr id="8" name="Google Shape;88;p5"/>
          <p:cNvSpPr txBox="1"/>
          <p:nvPr/>
        </p:nvSpPr>
        <p:spPr>
          <a:xfrm>
            <a:off x="4070304" y="5765204"/>
            <a:ext cx="6471224" cy="182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一誠心誠意 二不重複問 三尊重過程，玩過遊戲的牌要分別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95E549-8F4C-10B4-3C86-22E9399D1AA8}"/>
              </a:ext>
            </a:extLst>
          </p:cNvPr>
          <p:cNvSpPr txBox="1"/>
          <p:nvPr/>
        </p:nvSpPr>
        <p:spPr>
          <a:xfrm>
            <a:off x="0" y="-153888"/>
            <a:ext cx="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26B6FB4-B589-7629-94FB-3D61FE2C608D}"/>
              </a:ext>
            </a:extLst>
          </p:cNvPr>
          <p:cNvSpPr txBox="1"/>
          <p:nvPr/>
        </p:nvSpPr>
        <p:spPr>
          <a:xfrm>
            <a:off x="2382392" y="6561785"/>
            <a:ext cx="902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不問生死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不問投機取巧之事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不問生孩子性別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不問他人隱私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048629" name="Google Shape;94;p6"/>
          <p:cNvSpPr/>
          <p:nvPr/>
        </p:nvSpPr>
        <p:spPr>
          <a:xfrm>
            <a:off x="0" y="239844"/>
            <a:ext cx="2490419" cy="1458340"/>
          </a:xfrm>
          <a:custGeom>
            <a:avLst/>
            <a:gdLst/>
            <a:ahLst/>
            <a:cxnLst/>
            <a:rect l="l" t="t" r="r" b="b"/>
            <a:pathLst>
              <a:path w="2490419" h="1458340" extrusionOk="0">
                <a:moveTo>
                  <a:pt x="2435225" y="0"/>
                </a:moveTo>
                <a:lnTo>
                  <a:pt x="0" y="0"/>
                </a:lnTo>
                <a:lnTo>
                  <a:pt x="0" y="1458340"/>
                </a:lnTo>
                <a:lnTo>
                  <a:pt x="367050" y="1452601"/>
                </a:lnTo>
                <a:lnTo>
                  <a:pt x="697630" y="1433321"/>
                </a:lnTo>
                <a:lnTo>
                  <a:pt x="993516" y="1401579"/>
                </a:lnTo>
                <a:lnTo>
                  <a:pt x="1256482" y="1358452"/>
                </a:lnTo>
                <a:lnTo>
                  <a:pt x="1488303" y="1305020"/>
                </a:lnTo>
                <a:lnTo>
                  <a:pt x="1690754" y="1242359"/>
                </a:lnTo>
                <a:lnTo>
                  <a:pt x="1865610" y="1171549"/>
                </a:lnTo>
                <a:lnTo>
                  <a:pt x="2014646" y="1093668"/>
                </a:lnTo>
                <a:lnTo>
                  <a:pt x="2139638" y="1009793"/>
                </a:lnTo>
                <a:lnTo>
                  <a:pt x="2242359" y="921003"/>
                </a:lnTo>
                <a:lnTo>
                  <a:pt x="2324586" y="828377"/>
                </a:lnTo>
                <a:lnTo>
                  <a:pt x="2388092" y="732993"/>
                </a:lnTo>
                <a:lnTo>
                  <a:pt x="2434654" y="635928"/>
                </a:lnTo>
                <a:lnTo>
                  <a:pt x="2466045" y="538261"/>
                </a:lnTo>
                <a:lnTo>
                  <a:pt x="2484042" y="441071"/>
                </a:lnTo>
                <a:lnTo>
                  <a:pt x="2490419" y="345434"/>
                </a:lnTo>
                <a:lnTo>
                  <a:pt x="2486950" y="252431"/>
                </a:lnTo>
                <a:lnTo>
                  <a:pt x="2475412" y="163139"/>
                </a:lnTo>
                <a:lnTo>
                  <a:pt x="2457578" y="78635"/>
                </a:lnTo>
                <a:lnTo>
                  <a:pt x="2435225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0" name="Google Shape;95;p6"/>
          <p:cNvSpPr txBox="1"/>
          <p:nvPr/>
        </p:nvSpPr>
        <p:spPr>
          <a:xfrm>
            <a:off x="179024" y="720412"/>
            <a:ext cx="2061845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問牌的方法</a:t>
            </a:r>
            <a:endParaRPr sz="3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1" name="Google Shape;96;p6"/>
          <p:cNvSpPr txBox="1"/>
          <p:nvPr/>
        </p:nvSpPr>
        <p:spPr>
          <a:xfrm>
            <a:off x="2544266" y="5433044"/>
            <a:ext cx="9179578" cy="883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第二張牌代表著最後的結果或是該如何解決的方案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2" name="Google Shape;97;p6"/>
          <p:cNvSpPr txBox="1"/>
          <p:nvPr/>
        </p:nvSpPr>
        <p:spPr>
          <a:xfrm>
            <a:off x="2544266" y="1415595"/>
            <a:ext cx="8961934" cy="40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心裡想著要問的問題，並一方面洗牌，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並依序每翻一張牌後，需再洗牌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不可說話邊說邊問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然後再翻牌翻出的第一張牌為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前因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前因有好有壞，若是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好的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前因則代表目前是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樂觀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的，壞因則是目前有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困難的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但是要看第二張牌，結論才知最後的結果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果報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8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37B35E4-BEB0-C160-500D-5E95B81A79CC}"/>
              </a:ext>
            </a:extLst>
          </p:cNvPr>
          <p:cNvSpPr txBox="1"/>
          <p:nvPr/>
        </p:nvSpPr>
        <p:spPr>
          <a:xfrm>
            <a:off x="369051" y="1915444"/>
            <a:ext cx="123119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/>
              <a:t>1</a:t>
            </a:r>
            <a:r>
              <a:rPr lang="zh-TW" altLang="en-US" sz="3200" b="1" dirty="0"/>
              <a:t>張展現當下的「淺」在能量心境是訊息的翻譯器</a:t>
            </a:r>
          </a:p>
          <a:p>
            <a:r>
              <a:rPr lang="en-US" altLang="zh-TW" sz="3200" b="1" dirty="0"/>
              <a:t>2</a:t>
            </a:r>
            <a:r>
              <a:rPr lang="zh-TW" altLang="en-US" sz="3200" b="1" dirty="0"/>
              <a:t>張對錯判斷是非問題過去與現在的連結</a:t>
            </a:r>
          </a:p>
          <a:p>
            <a:r>
              <a:rPr lang="en-US" altLang="zh-TW" sz="3200" b="1" dirty="0"/>
              <a:t>3</a:t>
            </a:r>
            <a:r>
              <a:rPr lang="zh-TW" altLang="en-US" sz="3200" b="1" dirty="0"/>
              <a:t>張牌是心態</a:t>
            </a:r>
            <a:r>
              <a:rPr lang="en-US" altLang="zh-TW" sz="3200" b="1" dirty="0"/>
              <a:t>/</a:t>
            </a:r>
            <a:r>
              <a:rPr lang="zh-TW" altLang="en-US" sz="3200" b="1" dirty="0"/>
              <a:t>健康牌問題完整</a:t>
            </a:r>
            <a:r>
              <a:rPr lang="zh-TW" altLang="en-US" sz="3200" b="1" dirty="0" smtClean="0"/>
              <a:t>脈絡</a:t>
            </a:r>
            <a:endParaRPr lang="en-US" altLang="zh-TW" sz="3200" b="1" dirty="0" smtClean="0"/>
          </a:p>
          <a:p>
            <a:r>
              <a:rPr lang="zh-TW" altLang="en-US" sz="3200" b="1" dirty="0"/>
              <a:t> </a:t>
            </a:r>
            <a:r>
              <a:rPr lang="zh-TW" altLang="en-US" sz="3200" b="1" dirty="0" smtClean="0"/>
              <a:t>（</a:t>
            </a:r>
            <a:r>
              <a:rPr lang="zh-TW" altLang="en-US" sz="3200" b="1" dirty="0"/>
              <a:t>過去現在未來）（內心外部結果）</a:t>
            </a:r>
          </a:p>
          <a:p>
            <a:r>
              <a:rPr lang="en-US" altLang="zh-TW" sz="3200" b="1" dirty="0"/>
              <a:t>4</a:t>
            </a:r>
            <a:r>
              <a:rPr lang="zh-TW" altLang="en-US" sz="3200" b="1" dirty="0"/>
              <a:t>張牌是關係走向情感波動親密互動變化（感情愛情婚姻）</a:t>
            </a:r>
          </a:p>
          <a:p>
            <a:r>
              <a:rPr lang="en-US" altLang="zh-TW" sz="3200" b="1" dirty="0"/>
              <a:t>5</a:t>
            </a:r>
            <a:r>
              <a:rPr lang="zh-TW" altLang="en-US" sz="3200" b="1" dirty="0"/>
              <a:t>張牌是合作關係利益結構事業動力（事業合作資源互動）</a:t>
            </a:r>
          </a:p>
          <a:p>
            <a:r>
              <a:rPr lang="en-US" altLang="zh-TW" sz="3200" b="1" dirty="0"/>
              <a:t>6</a:t>
            </a:r>
            <a:r>
              <a:rPr lang="zh-TW" altLang="en-US" sz="3200" b="1" dirty="0"/>
              <a:t>能量全圖內外矛盾壓力源和動機身體狀況（磁場牌複雜的議題）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8" name="Google Shape;94;p6"/>
          <p:cNvSpPr/>
          <p:nvPr/>
        </p:nvSpPr>
        <p:spPr>
          <a:xfrm>
            <a:off x="0" y="239844"/>
            <a:ext cx="2490419" cy="1458340"/>
          </a:xfrm>
          <a:custGeom>
            <a:avLst/>
            <a:gdLst/>
            <a:ahLst/>
            <a:cxnLst/>
            <a:rect l="l" t="t" r="r" b="b"/>
            <a:pathLst>
              <a:path w="2490419" h="1458340" extrusionOk="0">
                <a:moveTo>
                  <a:pt x="2435225" y="0"/>
                </a:moveTo>
                <a:lnTo>
                  <a:pt x="0" y="0"/>
                </a:lnTo>
                <a:lnTo>
                  <a:pt x="0" y="1458340"/>
                </a:lnTo>
                <a:lnTo>
                  <a:pt x="367050" y="1452601"/>
                </a:lnTo>
                <a:lnTo>
                  <a:pt x="697630" y="1433321"/>
                </a:lnTo>
                <a:lnTo>
                  <a:pt x="993516" y="1401579"/>
                </a:lnTo>
                <a:lnTo>
                  <a:pt x="1256482" y="1358452"/>
                </a:lnTo>
                <a:lnTo>
                  <a:pt x="1488303" y="1305020"/>
                </a:lnTo>
                <a:lnTo>
                  <a:pt x="1690754" y="1242359"/>
                </a:lnTo>
                <a:lnTo>
                  <a:pt x="1865610" y="1171549"/>
                </a:lnTo>
                <a:lnTo>
                  <a:pt x="2014646" y="1093668"/>
                </a:lnTo>
                <a:lnTo>
                  <a:pt x="2139638" y="1009793"/>
                </a:lnTo>
                <a:lnTo>
                  <a:pt x="2242359" y="921003"/>
                </a:lnTo>
                <a:lnTo>
                  <a:pt x="2324586" y="828377"/>
                </a:lnTo>
                <a:lnTo>
                  <a:pt x="2388092" y="732993"/>
                </a:lnTo>
                <a:lnTo>
                  <a:pt x="2434654" y="635928"/>
                </a:lnTo>
                <a:lnTo>
                  <a:pt x="2466045" y="538261"/>
                </a:lnTo>
                <a:lnTo>
                  <a:pt x="2484042" y="441071"/>
                </a:lnTo>
                <a:lnTo>
                  <a:pt x="2490419" y="345434"/>
                </a:lnTo>
                <a:lnTo>
                  <a:pt x="2486950" y="252431"/>
                </a:lnTo>
                <a:lnTo>
                  <a:pt x="2475412" y="163139"/>
                </a:lnTo>
                <a:lnTo>
                  <a:pt x="2457578" y="78635"/>
                </a:lnTo>
                <a:lnTo>
                  <a:pt x="2435225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5;p6"/>
          <p:cNvSpPr txBox="1"/>
          <p:nvPr/>
        </p:nvSpPr>
        <p:spPr>
          <a:xfrm>
            <a:off x="89512" y="529494"/>
            <a:ext cx="2365242" cy="53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1-6</a:t>
            </a: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牌卡意義</a:t>
            </a:r>
            <a:endParaRPr sz="3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F8E7269-6361-8C57-B761-596FC83BE9EE}"/>
              </a:ext>
            </a:extLst>
          </p:cNvPr>
          <p:cNvSpPr txBox="1"/>
          <p:nvPr/>
        </p:nvSpPr>
        <p:spPr>
          <a:xfrm>
            <a:off x="2616490" y="5421269"/>
            <a:ext cx="13909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/>
              <a:t>OO=O</a:t>
            </a:r>
          </a:p>
          <a:p>
            <a:r>
              <a:rPr lang="en-US" altLang="zh-TW" sz="3200" b="1" dirty="0"/>
              <a:t>XX=X</a:t>
            </a:r>
          </a:p>
          <a:p>
            <a:r>
              <a:rPr lang="en-US" altLang="zh-TW" sz="3200" b="1" dirty="0"/>
              <a:t>OX=X</a:t>
            </a:r>
          </a:p>
          <a:p>
            <a:r>
              <a:rPr lang="en-US" altLang="zh-TW" sz="3200" b="1" dirty="0"/>
              <a:t>XO=O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8401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02;p7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6" name="Google Shape;103;p7"/>
          <p:cNvSpPr txBox="1"/>
          <p:nvPr/>
        </p:nvSpPr>
        <p:spPr>
          <a:xfrm>
            <a:off x="8202553" y="1247462"/>
            <a:ext cx="3688079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撲克牌的十三個數字</a:t>
            </a:r>
            <a:endParaRPr sz="3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7" name="Google Shape;104;p7"/>
          <p:cNvSpPr txBox="1"/>
          <p:nvPr/>
        </p:nvSpPr>
        <p:spPr>
          <a:xfrm>
            <a:off x="8202553" y="1821628"/>
            <a:ext cx="3688079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</a:t>
            </a:r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</a:t>
            </a:r>
            <a:endParaRPr lang="en-US" altLang="zh-TW" sz="20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其四種花色的含意</a:t>
            </a:r>
            <a:endParaRPr sz="3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8" name="Google Shape;105;p7"/>
          <p:cNvSpPr txBox="1"/>
          <p:nvPr/>
        </p:nvSpPr>
        <p:spPr>
          <a:xfrm>
            <a:off x="493882" y="2134552"/>
            <a:ext cx="7274559" cy="74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撲克牌有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個數字代表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種角色，而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種花色，則可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以解釋成這些角色的個性，一副牌有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張，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</a:t>
            </a:r>
            <a:r>
              <a:rPr lang="zh-TW" altLang="en-US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花色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9" name="Google Shape;106;p7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0" name="Google Shape;107;p7"/>
          <p:cNvSpPr txBox="1"/>
          <p:nvPr/>
        </p:nvSpPr>
        <p:spPr>
          <a:xfrm>
            <a:off x="493877" y="3299746"/>
            <a:ext cx="11604338" cy="35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因此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若每個問題用兩張牌解釋展的話會有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2652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種機率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出現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花色的含義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花色有無限的延展，問題有無限的發展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黑桃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pade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男性的、陽剛的、標準的、固執的、專注的、木訥的、霸氣的、率直的 、挑戰的，壓力的</a:t>
            </a:r>
            <a:endParaRPr sz="1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紅心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eart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女性的，柔情的、溫暖的、有愛心的、甜蜜的、圓滿的、善良的 、情感、關係、內心需求</a:t>
            </a:r>
            <a:endParaRPr sz="1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紅磚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iamond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金錢、事業、權力、挑剔的、強烈的 、有力量的、物質、</a:t>
            </a:r>
            <a:endParaRPr lang="en-US" altLang="zh-TW" sz="1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                   財富、實際資源、鑽牛角尖的、精明的</a:t>
            </a:r>
            <a:endParaRPr sz="1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 </a:t>
            </a:r>
            <a:r>
              <a:rPr lang="en-US" altLang="zh-TW" sz="2400" b="1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en-US" altLang="zh-TW" sz="1800" b="1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lud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：消極、拖延的、破壞的、不再用心的、比原來狀態差的、晃神的、混亂的、</a:t>
            </a:r>
            <a:endParaRPr lang="en-US" altLang="zh-TW" sz="1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          暴躁、頹喪、挫折</a:t>
            </a:r>
            <a:endParaRPr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7" y="6477471"/>
            <a:ext cx="438910" cy="418959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72" y="5646002"/>
            <a:ext cx="337518" cy="46733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64" y="5240825"/>
            <a:ext cx="359539" cy="33093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36" y="4706638"/>
            <a:ext cx="338138" cy="419100"/>
          </a:xfrm>
          <a:prstGeom prst="rect">
            <a:avLst/>
          </a:prstGeom>
        </p:spPr>
      </p:pic>
      <p:sp>
        <p:nvSpPr>
          <p:cNvPr id="15" name="投影片編號版面配置區 1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9</a:t>
            </a:fld>
            <a:endParaRPr lang="zh-TW" altLang="en-US" dirty="0"/>
          </a:p>
        </p:txBody>
      </p:sp>
      <p:sp>
        <p:nvSpPr>
          <p:cNvPr id="14" name="Google Shape;107;p7"/>
          <p:cNvSpPr txBox="1"/>
          <p:nvPr/>
        </p:nvSpPr>
        <p:spPr>
          <a:xfrm>
            <a:off x="2864534" y="581846"/>
            <a:ext cx="6863024" cy="151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花色是象徵的意義核心</a:t>
            </a:r>
            <a:endParaRPr lang="en-US" altLang="zh-TW" sz="24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每種花色對應不同層面的重點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C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12;p8"/>
          <p:cNvSpPr/>
          <p:nvPr/>
        </p:nvSpPr>
        <p:spPr>
          <a:xfrm>
            <a:off x="8942711" y="350842"/>
            <a:ext cx="3249293" cy="2388235"/>
          </a:xfrm>
          <a:custGeom>
            <a:avLst/>
            <a:gdLst/>
            <a:ahLst/>
            <a:cxnLst/>
            <a:rect l="l" t="t" r="r" b="b"/>
            <a:pathLst>
              <a:path w="3249293" h="2388235" extrusionOk="0">
                <a:moveTo>
                  <a:pt x="3249293" y="0"/>
                </a:moveTo>
                <a:lnTo>
                  <a:pt x="73531" y="0"/>
                </a:lnTo>
                <a:lnTo>
                  <a:pt x="43918" y="128761"/>
                </a:lnTo>
                <a:lnTo>
                  <a:pt x="20249" y="267134"/>
                </a:lnTo>
                <a:lnTo>
                  <a:pt x="4838" y="413352"/>
                </a:lnTo>
                <a:lnTo>
                  <a:pt x="0" y="565648"/>
                </a:lnTo>
                <a:lnTo>
                  <a:pt x="8049" y="722258"/>
                </a:lnTo>
                <a:lnTo>
                  <a:pt x="31301" y="881416"/>
                </a:lnTo>
                <a:lnTo>
                  <a:pt x="72070" y="1041355"/>
                </a:lnTo>
                <a:lnTo>
                  <a:pt x="132671" y="1200310"/>
                </a:lnTo>
                <a:lnTo>
                  <a:pt x="215418" y="1356515"/>
                </a:lnTo>
                <a:lnTo>
                  <a:pt x="322626" y="1508204"/>
                </a:lnTo>
                <a:lnTo>
                  <a:pt x="456610" y="1653611"/>
                </a:lnTo>
                <a:lnTo>
                  <a:pt x="619684" y="1790971"/>
                </a:lnTo>
                <a:lnTo>
                  <a:pt x="814164" y="1918517"/>
                </a:lnTo>
                <a:lnTo>
                  <a:pt x="1042363" y="2034484"/>
                </a:lnTo>
                <a:lnTo>
                  <a:pt x="1306596" y="2137106"/>
                </a:lnTo>
                <a:lnTo>
                  <a:pt x="1609179" y="2224617"/>
                </a:lnTo>
                <a:lnTo>
                  <a:pt x="1952425" y="2295251"/>
                </a:lnTo>
                <a:lnTo>
                  <a:pt x="2338650" y="2347243"/>
                </a:lnTo>
                <a:lnTo>
                  <a:pt x="2770168" y="2378826"/>
                </a:lnTo>
                <a:lnTo>
                  <a:pt x="3249293" y="2388235"/>
                </a:lnTo>
                <a:lnTo>
                  <a:pt x="3249293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4" name="Google Shape;113;p8"/>
          <p:cNvSpPr txBox="1"/>
          <p:nvPr/>
        </p:nvSpPr>
        <p:spPr>
          <a:xfrm>
            <a:off x="9106392" y="659201"/>
            <a:ext cx="3115050" cy="131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18"/>
              </a:lnSpc>
            </a:pP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四種花色所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象徵</a:t>
            </a:r>
            <a:endParaRPr lang="en-US" altLang="zh-TW" sz="3200" b="1" dirty="0" smtClean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218"/>
              </a:lnSpc>
            </a:pPr>
            <a:r>
              <a:rPr lang="zh-TW" altLang="en-US" sz="3200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</a:t>
            </a:r>
            <a:r>
              <a:rPr 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</a:t>
            </a: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不同意義</a:t>
            </a:r>
            <a:endParaRPr sz="32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45" name="Google Shape;114;p8"/>
          <p:cNvSpPr txBox="1"/>
          <p:nvPr/>
        </p:nvSpPr>
        <p:spPr>
          <a:xfrm>
            <a:off x="491439" y="2281498"/>
            <a:ext cx="11607800" cy="567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82"/>
              </a:spcBef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黑桃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Spade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1"/>
              </a:spcBef>
            </a:pP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男性的、陽剛的、標準的、堅持的、有能量的、堅定、毅力、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勇氣、強而有力、力量、 果斷、固執、很保護自己、堅毅、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自由、創造、勇敢、強壯、巨大、太陽、忠誠、 國王、智者、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樹木、明理、公正、公私分明、個性直爽、很懂的溝通、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明確的、正面陽光的、專注的、木訥的、霸氣的、率直的、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持久的、堅定的穩定的、強壯的、扎實的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給身邊的人一 種嚴肅不易靠近的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46" name="Google Shape;115;p8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7" name="Google Shape;116;p8"/>
          <p:cNvSpPr/>
          <p:nvPr/>
        </p:nvSpPr>
        <p:spPr>
          <a:xfrm>
            <a:off x="1580388" y="936053"/>
            <a:ext cx="1319022" cy="12199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10</a:t>
            </a:fld>
            <a:endParaRPr lang="zh-TW" altLang="en-US"/>
          </a:p>
        </p:txBody>
      </p:sp>
      <p:sp>
        <p:nvSpPr>
          <p:cNvPr id="9" name="Google Shape;107;p7"/>
          <p:cNvSpPr txBox="1"/>
          <p:nvPr/>
        </p:nvSpPr>
        <p:spPr>
          <a:xfrm>
            <a:off x="3288286" y="1045858"/>
            <a:ext cx="1332330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8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</a:t>
            </a:r>
            <a:endParaRPr sz="8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C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Google Shape;121;p9"/>
          <p:cNvSpPr/>
          <p:nvPr/>
        </p:nvSpPr>
        <p:spPr>
          <a:xfrm>
            <a:off x="8942711" y="350842"/>
            <a:ext cx="3249293" cy="2388235"/>
          </a:xfrm>
          <a:custGeom>
            <a:avLst/>
            <a:gdLst/>
            <a:ahLst/>
            <a:cxnLst/>
            <a:rect l="l" t="t" r="r" b="b"/>
            <a:pathLst>
              <a:path w="3249293" h="2388235" extrusionOk="0">
                <a:moveTo>
                  <a:pt x="3249293" y="0"/>
                </a:moveTo>
                <a:lnTo>
                  <a:pt x="73531" y="0"/>
                </a:lnTo>
                <a:lnTo>
                  <a:pt x="43918" y="128761"/>
                </a:lnTo>
                <a:lnTo>
                  <a:pt x="20249" y="267134"/>
                </a:lnTo>
                <a:lnTo>
                  <a:pt x="4838" y="413352"/>
                </a:lnTo>
                <a:lnTo>
                  <a:pt x="0" y="565648"/>
                </a:lnTo>
                <a:lnTo>
                  <a:pt x="8049" y="722258"/>
                </a:lnTo>
                <a:lnTo>
                  <a:pt x="31301" y="881416"/>
                </a:lnTo>
                <a:lnTo>
                  <a:pt x="72070" y="1041355"/>
                </a:lnTo>
                <a:lnTo>
                  <a:pt x="132671" y="1200310"/>
                </a:lnTo>
                <a:lnTo>
                  <a:pt x="215418" y="1356515"/>
                </a:lnTo>
                <a:lnTo>
                  <a:pt x="322626" y="1508204"/>
                </a:lnTo>
                <a:lnTo>
                  <a:pt x="456610" y="1653611"/>
                </a:lnTo>
                <a:lnTo>
                  <a:pt x="619684" y="1790971"/>
                </a:lnTo>
                <a:lnTo>
                  <a:pt x="814164" y="1918517"/>
                </a:lnTo>
                <a:lnTo>
                  <a:pt x="1042363" y="2034484"/>
                </a:lnTo>
                <a:lnTo>
                  <a:pt x="1306596" y="2137106"/>
                </a:lnTo>
                <a:lnTo>
                  <a:pt x="1609179" y="2224617"/>
                </a:lnTo>
                <a:lnTo>
                  <a:pt x="1952425" y="2295251"/>
                </a:lnTo>
                <a:lnTo>
                  <a:pt x="2338650" y="2347243"/>
                </a:lnTo>
                <a:lnTo>
                  <a:pt x="2770168" y="2378826"/>
                </a:lnTo>
                <a:lnTo>
                  <a:pt x="3249293" y="2388235"/>
                </a:lnTo>
                <a:lnTo>
                  <a:pt x="3249293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2" name="Google Shape;123;p9"/>
          <p:cNvSpPr txBox="1"/>
          <p:nvPr/>
        </p:nvSpPr>
        <p:spPr>
          <a:xfrm>
            <a:off x="491444" y="1527877"/>
            <a:ext cx="11566525" cy="288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82"/>
              </a:spcBef>
            </a:pPr>
            <a:endParaRPr lang="en-US" sz="1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82"/>
              </a:spcBef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紅心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Heart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1"/>
              </a:spcBef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7559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女性的，柔情的、溫暖的、有愛的、善良的、柔弱的、細膩、親切、智慧、愛情、 溫柔、有愛心、貼心、懂事、有包容心、容易感動、呵護、可愛的、善解人意、 歡喜的、甜蜜的、旺盛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559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圓滿的、熱情的、月亮、慵懶、皇后、水、愛、浪漫主義者、很會觀察人、事、物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559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做事小心翼翼、就算有想法但行動一樣放慢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、合群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559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悶燒型主義者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53" name="Google Shape;124;p9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4" name="Google Shape;125;p9"/>
          <p:cNvSpPr/>
          <p:nvPr/>
        </p:nvSpPr>
        <p:spPr>
          <a:xfrm>
            <a:off x="1574291" y="974140"/>
            <a:ext cx="1308354" cy="11635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11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954904" y="739321"/>
            <a:ext cx="1332330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8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</a:t>
            </a:r>
            <a:endParaRPr sz="8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Google Shape;113;p8"/>
          <p:cNvSpPr txBox="1"/>
          <p:nvPr/>
        </p:nvSpPr>
        <p:spPr>
          <a:xfrm>
            <a:off x="9106392" y="659201"/>
            <a:ext cx="3115050" cy="131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18"/>
              </a:lnSpc>
            </a:pP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四種花色所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象徵</a:t>
            </a:r>
            <a:endParaRPr lang="en-US" altLang="zh-TW" sz="3200" b="1" dirty="0" smtClean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218"/>
              </a:lnSpc>
            </a:pPr>
            <a:r>
              <a:rPr lang="zh-TW" altLang="en-US" sz="3200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</a:t>
            </a:r>
            <a:r>
              <a:rPr lang="en-US" altLang="zh-TW" sz="44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</a:t>
            </a: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意義</a:t>
            </a:r>
            <a:endParaRPr sz="32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CC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130;p10"/>
          <p:cNvSpPr/>
          <p:nvPr/>
        </p:nvSpPr>
        <p:spPr>
          <a:xfrm>
            <a:off x="8942711" y="350842"/>
            <a:ext cx="3249293" cy="2388235"/>
          </a:xfrm>
          <a:custGeom>
            <a:avLst/>
            <a:gdLst/>
            <a:ahLst/>
            <a:cxnLst/>
            <a:rect l="l" t="t" r="r" b="b"/>
            <a:pathLst>
              <a:path w="3249293" h="2388235" extrusionOk="0">
                <a:moveTo>
                  <a:pt x="3249293" y="0"/>
                </a:moveTo>
                <a:lnTo>
                  <a:pt x="73531" y="0"/>
                </a:lnTo>
                <a:lnTo>
                  <a:pt x="43918" y="128761"/>
                </a:lnTo>
                <a:lnTo>
                  <a:pt x="20249" y="267134"/>
                </a:lnTo>
                <a:lnTo>
                  <a:pt x="4838" y="413352"/>
                </a:lnTo>
                <a:lnTo>
                  <a:pt x="0" y="565648"/>
                </a:lnTo>
                <a:lnTo>
                  <a:pt x="8049" y="722258"/>
                </a:lnTo>
                <a:lnTo>
                  <a:pt x="31301" y="881416"/>
                </a:lnTo>
                <a:lnTo>
                  <a:pt x="72070" y="1041355"/>
                </a:lnTo>
                <a:lnTo>
                  <a:pt x="132671" y="1200310"/>
                </a:lnTo>
                <a:lnTo>
                  <a:pt x="215418" y="1356515"/>
                </a:lnTo>
                <a:lnTo>
                  <a:pt x="322626" y="1508204"/>
                </a:lnTo>
                <a:lnTo>
                  <a:pt x="456610" y="1653611"/>
                </a:lnTo>
                <a:lnTo>
                  <a:pt x="619684" y="1790971"/>
                </a:lnTo>
                <a:lnTo>
                  <a:pt x="814164" y="1918517"/>
                </a:lnTo>
                <a:lnTo>
                  <a:pt x="1042363" y="2034484"/>
                </a:lnTo>
                <a:lnTo>
                  <a:pt x="1306596" y="2137106"/>
                </a:lnTo>
                <a:lnTo>
                  <a:pt x="1609179" y="2224617"/>
                </a:lnTo>
                <a:lnTo>
                  <a:pt x="1952425" y="2295251"/>
                </a:lnTo>
                <a:lnTo>
                  <a:pt x="2338650" y="2347243"/>
                </a:lnTo>
                <a:lnTo>
                  <a:pt x="2770168" y="2378826"/>
                </a:lnTo>
                <a:lnTo>
                  <a:pt x="3249293" y="2388235"/>
                </a:lnTo>
                <a:lnTo>
                  <a:pt x="3249293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9" name="Google Shape;132;p10"/>
          <p:cNvSpPr txBox="1"/>
          <p:nvPr/>
        </p:nvSpPr>
        <p:spPr>
          <a:xfrm>
            <a:off x="491439" y="1527877"/>
            <a:ext cx="11607800" cy="288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82"/>
              </a:spcBef>
            </a:pPr>
            <a:endParaRPr lang="en-US" sz="1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82"/>
              </a:spcBef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紅磚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Diamond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1"/>
              </a:spcBef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金錢、事業、權力的、有力量的、有影響力的、有智慧、強悍、堅硬的、積極、鑽石、 敢做、有方向、目標正確、熱心、慾望、富有、光榮、富足、鑽石、尖銳、火、堅硬、 強勢、小心眼的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挑剔的、鑽牛角尖、精明的、強烈的追根究底的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主動帶動氣氛、樂觀、講話很有力道、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看到問題喜歡給人意見、讓對方知道自己的想法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60" name="Google Shape;133;p10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1" name="Google Shape;134;p10"/>
          <p:cNvSpPr/>
          <p:nvPr/>
        </p:nvSpPr>
        <p:spPr>
          <a:xfrm>
            <a:off x="1545341" y="937564"/>
            <a:ext cx="1290065" cy="11910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12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848765" y="936053"/>
            <a:ext cx="1332330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8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endParaRPr sz="8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Google Shape;113;p8"/>
          <p:cNvSpPr txBox="1"/>
          <p:nvPr/>
        </p:nvSpPr>
        <p:spPr>
          <a:xfrm>
            <a:off x="9106392" y="659201"/>
            <a:ext cx="3115050" cy="131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18"/>
              </a:lnSpc>
            </a:pP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四種花色所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象徵</a:t>
            </a:r>
            <a:endParaRPr lang="en-US" altLang="zh-TW" sz="3200" b="1" dirty="0" smtClean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218"/>
              </a:lnSpc>
            </a:pPr>
            <a:r>
              <a:rPr lang="zh-TW" altLang="en-US" sz="3200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</a:t>
            </a:r>
            <a:r>
              <a:rPr lang="en-US" altLang="zh-TW" sz="44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</a:t>
            </a: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意義</a:t>
            </a:r>
            <a:endParaRPr sz="32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CC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Google Shape;139;p11"/>
          <p:cNvSpPr/>
          <p:nvPr/>
        </p:nvSpPr>
        <p:spPr>
          <a:xfrm>
            <a:off x="8942711" y="350842"/>
            <a:ext cx="3249293" cy="2388235"/>
          </a:xfrm>
          <a:custGeom>
            <a:avLst/>
            <a:gdLst/>
            <a:ahLst/>
            <a:cxnLst/>
            <a:rect l="l" t="t" r="r" b="b"/>
            <a:pathLst>
              <a:path w="3249293" h="2388235" extrusionOk="0">
                <a:moveTo>
                  <a:pt x="3249293" y="0"/>
                </a:moveTo>
                <a:lnTo>
                  <a:pt x="73531" y="0"/>
                </a:lnTo>
                <a:lnTo>
                  <a:pt x="43918" y="128761"/>
                </a:lnTo>
                <a:lnTo>
                  <a:pt x="20249" y="267134"/>
                </a:lnTo>
                <a:lnTo>
                  <a:pt x="4838" y="413352"/>
                </a:lnTo>
                <a:lnTo>
                  <a:pt x="0" y="565648"/>
                </a:lnTo>
                <a:lnTo>
                  <a:pt x="8049" y="722258"/>
                </a:lnTo>
                <a:lnTo>
                  <a:pt x="31301" y="881416"/>
                </a:lnTo>
                <a:lnTo>
                  <a:pt x="72070" y="1041355"/>
                </a:lnTo>
                <a:lnTo>
                  <a:pt x="132671" y="1200310"/>
                </a:lnTo>
                <a:lnTo>
                  <a:pt x="215418" y="1356515"/>
                </a:lnTo>
                <a:lnTo>
                  <a:pt x="322626" y="1508204"/>
                </a:lnTo>
                <a:lnTo>
                  <a:pt x="456610" y="1653611"/>
                </a:lnTo>
                <a:lnTo>
                  <a:pt x="619684" y="1790971"/>
                </a:lnTo>
                <a:lnTo>
                  <a:pt x="814164" y="1918517"/>
                </a:lnTo>
                <a:lnTo>
                  <a:pt x="1042363" y="2034484"/>
                </a:lnTo>
                <a:lnTo>
                  <a:pt x="1306596" y="2137106"/>
                </a:lnTo>
                <a:lnTo>
                  <a:pt x="1609179" y="2224617"/>
                </a:lnTo>
                <a:lnTo>
                  <a:pt x="1952425" y="2295251"/>
                </a:lnTo>
                <a:lnTo>
                  <a:pt x="2338650" y="2347243"/>
                </a:lnTo>
                <a:lnTo>
                  <a:pt x="2770168" y="2378826"/>
                </a:lnTo>
                <a:lnTo>
                  <a:pt x="3249293" y="2388235"/>
                </a:lnTo>
                <a:lnTo>
                  <a:pt x="3249293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6" name="Google Shape;141;p11"/>
          <p:cNvSpPr txBox="1"/>
          <p:nvPr/>
        </p:nvSpPr>
        <p:spPr>
          <a:xfrm>
            <a:off x="491439" y="1527877"/>
            <a:ext cx="11607800" cy="288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53975" algn="r"/>
            <a:endParaRPr lang="en-US" altLang="zh-TW" sz="40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82"/>
              </a:spcBef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Clud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1"/>
              </a:spcBef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消極、延遲</a:t>
            </a:r>
            <a:r>
              <a:rPr lang="zh-TW" altLang="en-US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的、破壞的、不再用心的、比原來狀態差的、懦弱的、無能的、無能為力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 無力感、無情的、傷心的、悲傷、失去、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消失、消耗、失望、灰心、悲觀、氣餒、 壓力、重擔、玻璃心、心煩、無方向、無目標、容易動搖、不專心、無形壓力、頹廢、 散慢、無心、無助、失望、落寞、恐慌慌張的、眼淚、沮喪、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悲傷、多事、煩惱、暴躁、無道德感、混亂、恍神、失當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無所不用其極、用手段以達目的意思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67" name="Google Shape;142;p11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8" name="Google Shape;143;p11"/>
          <p:cNvSpPr/>
          <p:nvPr/>
        </p:nvSpPr>
        <p:spPr>
          <a:xfrm>
            <a:off x="1534667" y="943660"/>
            <a:ext cx="1303782" cy="12123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13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848765" y="936053"/>
            <a:ext cx="1332330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8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endParaRPr sz="8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Google Shape;113;p8"/>
          <p:cNvSpPr txBox="1"/>
          <p:nvPr/>
        </p:nvSpPr>
        <p:spPr>
          <a:xfrm>
            <a:off x="9106392" y="659201"/>
            <a:ext cx="3115050" cy="131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18"/>
              </a:lnSpc>
            </a:pP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四種花色所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象徵</a:t>
            </a:r>
            <a:endParaRPr lang="en-US" altLang="zh-TW" sz="3200" b="1" dirty="0" smtClean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218"/>
              </a:lnSpc>
            </a:pPr>
            <a:r>
              <a:rPr lang="zh-TW" altLang="en-US" sz="3200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</a:t>
            </a:r>
            <a:r>
              <a:rPr lang="en-US" altLang="zh-TW" sz="44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zh-TW" altLang="en-US" sz="32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</a:t>
            </a:r>
            <a:r>
              <a:rPr lang="zh-TW" altLang="en-US" sz="3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意義</a:t>
            </a:r>
            <a:endParaRPr sz="32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8530BD-F608-34D2-5B60-C2407AFD7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87932" y="553805"/>
            <a:ext cx="3494468" cy="1777413"/>
          </a:xfrm>
        </p:spPr>
        <p:txBody>
          <a:bodyPr/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         </a:t>
            </a:r>
            <a:r>
              <a:rPr lang="en-US" altLang="zh-TW" dirty="0" smtClean="0">
                <a:solidFill>
                  <a:schemeClr val="bg1"/>
                </a:solidFill>
              </a:rPr>
              <a:t>A</a:t>
            </a:r>
            <a:r>
              <a:rPr lang="zh-TW" altLang="en-US" dirty="0">
                <a:solidFill>
                  <a:schemeClr val="bg1"/>
                </a:solidFill>
              </a:rPr>
              <a:t>到</a:t>
            </a:r>
            <a:r>
              <a:rPr lang="en-US" altLang="zh-TW" dirty="0" smtClean="0">
                <a:solidFill>
                  <a:schemeClr val="bg1"/>
                </a:solidFill>
              </a:rPr>
              <a:t>K</a:t>
            </a:r>
            <a:br>
              <a:rPr lang="en-US" altLang="zh-TW" dirty="0" smtClean="0">
                <a:solidFill>
                  <a:schemeClr val="bg1"/>
                </a:solidFill>
              </a:rPr>
            </a:br>
            <a:r>
              <a:rPr lang="zh-TW" altLang="en-US" dirty="0" smtClean="0">
                <a:solidFill>
                  <a:schemeClr val="bg1"/>
                </a:solidFill>
              </a:rPr>
              <a:t>探索</a:t>
            </a:r>
            <a:r>
              <a:rPr lang="zh-TW" altLang="en-US" dirty="0">
                <a:solidFill>
                  <a:schemeClr val="bg1"/>
                </a:solidFill>
              </a:rPr>
              <a:t>自我之路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5D4989-B89E-3945-5DD1-1D289514DE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0BDDA5-B35E-A4E1-09A0-0FF05689B3F0}"/>
              </a:ext>
            </a:extLst>
          </p:cNvPr>
          <p:cNvSpPr txBox="1"/>
          <p:nvPr/>
        </p:nvSpPr>
        <p:spPr>
          <a:xfrm>
            <a:off x="125260" y="553805"/>
            <a:ext cx="749056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很久很久以前，有個小王子踏上一段探索內心與命運的旅程。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他知道，這世界很大，真正的方向得靠自己找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他先全心全意地朝目標出發，不讓一絲懷疑干擾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自己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但路上出現了鬼惑，讓他陷入誘惑與迷惘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他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開始懷疑自己的選擇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是否正確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在掙扎迷惑之中最後戰勝也產生了自覺，重新定位內心的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聲音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此時風沙漫天而來，順勢而行，接受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變動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他逐漸找回內在信念，如同磐石般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堅定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面前出現一道難題，他憑藉智慧解開難解之結，才得以繼續前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一場風雨後，他終於看見天空出現美麗的彩虹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明白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每段經歷都有其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美好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他站在山頂，看著夜空的滿月，體悟內外圓滿的平衡之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道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要繼續往前，他必須利斧般果斷，學會割捨與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抉擇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他終於理解，真正的財富之神不在黃金珠寶，而是在內心的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富足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戰士當危機來臨，他化身刀戰士，勇敢行動、果斷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決策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Q.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皇后媽媽在智慧與慈悲中，她引領導小王子走向更寬廣的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道路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K.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國王</a:t>
            </a:r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它是每個人的內在旅程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——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當我們從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走到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，其實就是從迷惘走向清明，從依賴走向自主，從探索走向掌握</a:t>
            </a:r>
          </a:p>
        </p:txBody>
      </p:sp>
    </p:spTree>
    <p:extLst>
      <p:ext uri="{BB962C8B-B14F-4D97-AF65-F5344CB8AC3E}">
        <p14:creationId xmlns:p14="http://schemas.microsoft.com/office/powerpoint/2010/main" val="125557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2D03-94D3-1798-3450-732EF463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CB3009-5FBC-39D0-F549-22C13E723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29" y="422932"/>
            <a:ext cx="8121903" cy="6796558"/>
          </a:xfrm>
        </p:spPr>
        <p:txBody>
          <a:bodyPr/>
          <a:lstStyle/>
          <a:p>
            <a:pPr marL="114300" indent="0">
              <a:buNone/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初始階段：探索與動機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全心全意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➜ 我想做我渴望擁有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鬼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惑 ➜ 我卡住了，內心有阻礙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自覺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➜ 我開始看見問題，理性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感性兩面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風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之塵 ➜ 我想快樂自在</a:t>
            </a:r>
          </a:p>
          <a:p>
            <a:pPr marL="114300" indent="0">
              <a:buNone/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中段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階段：拉扯與學習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磐石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➜ 我會穩定，開始穩下來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難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解之結 ➜ 我遇到死結，需要學會放下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美麗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的彩虹 ➜ 我美好的期待，有夢，但尚未實現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滿月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➜ 我成熟可實現，事事圓滿</a:t>
            </a:r>
          </a:p>
          <a:p>
            <a:pPr marL="114300" indent="0">
              <a:buNone/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轉化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階段：行動與清理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利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斧 ➜ 我要具備能力，學習操作我的力量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財富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之神 ➜ 我不在乎外在的眼光我找到自己的價值自得其樂擁有榮華</a:t>
            </a:r>
          </a:p>
          <a:p>
            <a:pPr marL="114300" indent="0">
              <a:buNone/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領導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階段：力量與成全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精銳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戰士 ➜ 我才華洋溢衝在前面，有技能可執行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皇后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➜ 我是自信強大的氣場自己做決定</a:t>
            </a:r>
          </a:p>
          <a:p>
            <a:pPr marL="11430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•   </a:t>
            </a:r>
            <a:r>
              <a:rPr lang="en-US" altLang="zh-TW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zh-TW" altLang="en-US" sz="1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國王 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➜ 我是霸氣外露，是被信任的力量核心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CFD68A-E572-7F51-A1DB-97A171936A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15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528530BD-F608-34D2-5B60-C2407AFD7EFC}"/>
              </a:ext>
            </a:extLst>
          </p:cNvPr>
          <p:cNvSpPr txBox="1">
            <a:spLocks/>
          </p:cNvSpPr>
          <p:nvPr/>
        </p:nvSpPr>
        <p:spPr>
          <a:xfrm>
            <a:off x="8087932" y="553805"/>
            <a:ext cx="4104067" cy="23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dirty="0" smtClean="0">
                <a:solidFill>
                  <a:schemeClr val="bg1"/>
                </a:solidFill>
              </a:rPr>
              <a:t>         </a:t>
            </a:r>
            <a:r>
              <a:rPr lang="en-US" altLang="zh-TW" dirty="0" smtClean="0">
                <a:solidFill>
                  <a:schemeClr val="bg1"/>
                </a:solidFill>
              </a:rPr>
              <a:t>A</a:t>
            </a:r>
            <a:r>
              <a:rPr lang="zh-TW" altLang="en-US" dirty="0" smtClean="0">
                <a:solidFill>
                  <a:schemeClr val="bg1"/>
                </a:solidFill>
              </a:rPr>
              <a:t>到</a:t>
            </a:r>
            <a:r>
              <a:rPr lang="en-US" altLang="zh-TW" dirty="0" smtClean="0">
                <a:solidFill>
                  <a:schemeClr val="bg1"/>
                </a:solidFill>
              </a:rPr>
              <a:t>K</a:t>
            </a:r>
            <a:br>
              <a:rPr lang="en-US" altLang="zh-TW" dirty="0" smtClean="0">
                <a:solidFill>
                  <a:schemeClr val="bg1"/>
                </a:solidFill>
              </a:rPr>
            </a:br>
            <a:r>
              <a:rPr lang="zh-TW" altLang="en-US" dirty="0">
                <a:solidFill>
                  <a:schemeClr val="bg1"/>
                </a:solidFill>
              </a:rPr>
              <a:t>探索自省之</a:t>
            </a:r>
            <a:r>
              <a:rPr lang="zh-TW" altLang="en-US" dirty="0" smtClean="0">
                <a:solidFill>
                  <a:schemeClr val="bg1"/>
                </a:solidFill>
              </a:rPr>
              <a:t>路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81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DF0C8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148;p12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2" name="Google Shape;149;p12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3" name="Google Shape;150;p12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4" name="Google Shape;151;p12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5" name="Google Shape;152;p12"/>
          <p:cNvSpPr txBox="1"/>
          <p:nvPr/>
        </p:nvSpPr>
        <p:spPr>
          <a:xfrm>
            <a:off x="4729185" y="1057142"/>
            <a:ext cx="7149357" cy="214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對任何所要的都能全心全意的付出、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投入、努力、堅持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、以及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超級渴望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擁有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亦有專注固執刻意為之的意識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不容改變的心態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76" name="Google Shape;153;p12"/>
          <p:cNvSpPr txBox="1"/>
          <p:nvPr/>
        </p:nvSpPr>
        <p:spPr>
          <a:xfrm>
            <a:off x="4700618" y="3214437"/>
            <a:ext cx="6673850" cy="3214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就會變得比較消極、猶豫不決、不堅定、無力感、拖延、退卻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氣神減弱氣虛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感情：說明沒那麼的愛了、變心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了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若任一黑梅在後都是負向的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lang="zh-TW" altLang="en-US"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2"/>
              </a:spcBef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77" name="Google Shape;154;p12"/>
          <p:cNvSpPr txBox="1"/>
          <p:nvPr/>
        </p:nvSpPr>
        <p:spPr>
          <a:xfrm>
            <a:off x="2586613" y="1858077"/>
            <a:ext cx="90741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8" name="Google Shape;155;p12"/>
          <p:cNvSpPr txBox="1">
            <a:spLocks noGrp="1"/>
          </p:cNvSpPr>
          <p:nvPr>
            <p:ph type="title"/>
          </p:nvPr>
        </p:nvSpPr>
        <p:spPr>
          <a:xfrm>
            <a:off x="211125" y="706337"/>
            <a:ext cx="11371275" cy="67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全心全意</a:t>
            </a:r>
            <a:endParaRPr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16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510" y="3266247"/>
            <a:ext cx="438910" cy="4189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C8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Google Shape;160;p13"/>
          <p:cNvSpPr txBox="1"/>
          <p:nvPr/>
        </p:nvSpPr>
        <p:spPr>
          <a:xfrm>
            <a:off x="4596626" y="252306"/>
            <a:ext cx="7100552" cy="607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會有一些阻礙、不順利 反對的力量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也許人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職場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感情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也可以解釋是自己心裡有鬼、自我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障礙自我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矛盾、心神不寧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也可以解釋為磁場被干擾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不那麼好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焦慮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82" name="Google Shape;161;p13"/>
          <p:cNvSpPr txBox="1"/>
          <p:nvPr/>
        </p:nvSpPr>
        <p:spPr>
          <a:xfrm>
            <a:off x="4596626" y="3221977"/>
            <a:ext cx="7340600" cy="149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都屬於善意的關心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肯定的意思或是質疑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不管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、 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、 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都不屬於好牌、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都為不肯定的意思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就是真正要對你不利的小人、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職場上的不合、感情的第三者或是官司、磁場混亂或破壞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情緒的混亂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83" name="Google Shape;162;p13"/>
          <p:cNvSpPr txBox="1"/>
          <p:nvPr/>
        </p:nvSpPr>
        <p:spPr>
          <a:xfrm>
            <a:off x="935837" y="1646322"/>
            <a:ext cx="255270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39"/>
              </a:spcBef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12700" algn="r"/>
            <a:r>
              <a:rPr lang="en-US" altLang="zh-TW" sz="1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702" y="5500664"/>
            <a:ext cx="2544266" cy="1908199"/>
          </a:xfrm>
          <a:prstGeom prst="rect">
            <a:avLst/>
          </a:prstGeom>
        </p:spPr>
      </p:pic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17</a:t>
            </a:fld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379274" y="587044"/>
            <a:ext cx="204414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/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鬼惑</a:t>
            </a:r>
            <a:endParaRPr lang="zh-TW" altLang="en-US"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" name="Google Shape;162;p13"/>
          <p:cNvSpPr txBox="1"/>
          <p:nvPr/>
        </p:nvSpPr>
        <p:spPr>
          <a:xfrm>
            <a:off x="1161666" y="4438183"/>
            <a:ext cx="1408430" cy="1288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zh-TW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zh-TW" alt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男生</a:t>
            </a:r>
            <a:endParaRPr lang="en-US" altLang="zh-TW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altLang="zh-TW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zh-TW" alt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女生</a:t>
            </a:r>
            <a:endParaRPr lang="en-US" altLang="zh-TW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altLang="zh-TW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zh-TW" alt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物質金錢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67;p14"/>
          <p:cNvSpPr txBox="1"/>
          <p:nvPr/>
        </p:nvSpPr>
        <p:spPr>
          <a:xfrm>
            <a:off x="2570096" y="6714882"/>
            <a:ext cx="9127082" cy="1018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都要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注意都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是不確定牌沒有肯定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值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(23467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任意花色或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8C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是不確定牌開高高低低有好和不好的意味或即將走下坡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136FCD7-F6D2-0BD2-6875-EB4914712577}"/>
              </a:ext>
            </a:extLst>
          </p:cNvPr>
          <p:cNvSpPr txBox="1"/>
          <p:nvPr/>
        </p:nvSpPr>
        <p:spPr>
          <a:xfrm>
            <a:off x="2357143" y="4375819"/>
            <a:ext cx="1687957" cy="70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/>
              <a:t>有外在</a:t>
            </a:r>
            <a:r>
              <a:rPr lang="en-US" altLang="zh-TW" sz="2000" b="1" dirty="0"/>
              <a:t>(</a:t>
            </a:r>
            <a:r>
              <a:rPr lang="zh-TW" altLang="en-US" sz="2000" b="1" dirty="0"/>
              <a:t>心</a:t>
            </a:r>
            <a:r>
              <a:rPr lang="en-US" altLang="zh-TW" sz="2000" b="1" dirty="0"/>
              <a:t>)</a:t>
            </a:r>
          </a:p>
          <a:p>
            <a:r>
              <a:rPr lang="zh-TW" altLang="en-US" sz="2000" b="1" dirty="0"/>
              <a:t>有內在</a:t>
            </a:r>
            <a:r>
              <a:rPr lang="en-US" altLang="zh-TW" sz="2000" b="1" dirty="0"/>
              <a:t>(</a:t>
            </a:r>
            <a:r>
              <a:rPr lang="zh-TW" altLang="en-US" sz="2000" b="1" dirty="0"/>
              <a:t>人</a:t>
            </a:r>
            <a:r>
              <a:rPr lang="en-US" altLang="zh-TW" sz="2000" b="1" dirty="0"/>
              <a:t>)</a:t>
            </a:r>
            <a:endParaRPr lang="zh-TW" altLang="en-US" sz="2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Google Shape;279;p27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73" name="Google Shape;280;p27"/>
          <p:cNvSpPr txBox="1"/>
          <p:nvPr/>
        </p:nvSpPr>
        <p:spPr>
          <a:xfrm>
            <a:off x="8018212" y="780919"/>
            <a:ext cx="3430460" cy="2574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</a:t>
            </a:r>
            <a:r>
              <a:rPr lang="en-US" altLang="zh-TW" sz="7200" b="1" dirty="0" smtClean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7200" b="1" dirty="0" smtClean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altLang="en-US" sz="40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 鬼 合</a:t>
            </a:r>
            <a:endParaRPr sz="40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4" name="Google Shape;281;p27"/>
          <p:cNvSpPr txBox="1"/>
          <p:nvPr/>
        </p:nvSpPr>
        <p:spPr>
          <a:xfrm>
            <a:off x="425195" y="2141633"/>
            <a:ext cx="8688655" cy="2071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2 2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出現，只要黑梅不是出現在後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這組牌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稱之為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雙鬼合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，能逢凶化吉，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在是否達成某目標問題中代表獲得強大助力，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所以事情將會有好轉的趨勢，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5" name="Google Shape;282;p27"/>
          <p:cNvSpPr txBox="1"/>
          <p:nvPr/>
        </p:nvSpPr>
        <p:spPr>
          <a:xfrm>
            <a:off x="425195" y="4213574"/>
            <a:ext cx="11337377" cy="303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不過畢竟出現了兩張鬼惑，過程中難免紛爭不斷，挫折綿綿，所以執行中務必如履薄冰，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步步為營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雖然能獲得強大助力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、須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謹慎小心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黑梅出現在後，就表示事情的發展毫無轉圜之地，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有雪上加霜，難上加難的意思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黑梅第一張才是好牌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張都沒有黑梅都逢兇化吉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二黑梅在後無解雪上加霜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b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6" name="Google Shape;283;p27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18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457841" y="771175"/>
            <a:ext cx="3501793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6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特殊牌卡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376AB94-CF1C-0DA0-127E-0C56BE824F98}"/>
              </a:ext>
            </a:extLst>
          </p:cNvPr>
          <p:cNvSpPr txBox="1"/>
          <p:nvPr/>
        </p:nvSpPr>
        <p:spPr>
          <a:xfrm>
            <a:off x="9440770" y="1888046"/>
            <a:ext cx="27186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>
                    <a:lumMod val="95000"/>
                  </a:schemeClr>
                </a:solidFill>
              </a:rPr>
              <a:t>逢凶化吉</a:t>
            </a:r>
            <a:endParaRPr lang="en-US" altLang="zh-TW" sz="44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TW" altLang="en-US" sz="4400" b="1" dirty="0">
                <a:solidFill>
                  <a:schemeClr val="bg1">
                    <a:lumMod val="95000"/>
                  </a:schemeClr>
                </a:solidFill>
              </a:rPr>
              <a:t>雪上加霜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F566D80-FA8D-CA99-82D9-0504C37156D4}"/>
              </a:ext>
            </a:extLst>
          </p:cNvPr>
          <p:cNvSpPr txBox="1"/>
          <p:nvPr/>
        </p:nvSpPr>
        <p:spPr>
          <a:xfrm>
            <a:off x="10439332" y="6107168"/>
            <a:ext cx="2018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</a:t>
            </a:r>
            <a:r>
              <a:rPr lang="en-US" altLang="zh-TW" sz="1800" b="1" dirty="0"/>
              <a:t>1)</a:t>
            </a:r>
            <a:r>
              <a:rPr lang="zh-TW" altLang="en-US" sz="1800" b="1" dirty="0"/>
              <a:t>逢凶化吉</a:t>
            </a:r>
            <a:endParaRPr lang="en-US" altLang="zh-TW" sz="1800" b="1" dirty="0"/>
          </a:p>
          <a:p>
            <a:r>
              <a:rPr lang="en-US" altLang="zh-TW" sz="1800" b="1" dirty="0"/>
              <a:t>(2)</a:t>
            </a:r>
            <a:r>
              <a:rPr lang="zh-TW" altLang="en-US" sz="1800" b="1" dirty="0"/>
              <a:t>小心謹慎</a:t>
            </a:r>
            <a:endParaRPr lang="en-US" altLang="zh-TW" sz="1800" b="1" dirty="0"/>
          </a:p>
          <a:p>
            <a:r>
              <a:rPr lang="en-US" altLang="zh-TW" sz="1800" b="1" dirty="0"/>
              <a:t>(3)</a:t>
            </a:r>
            <a:r>
              <a:rPr lang="zh-TW" altLang="en-US" sz="1800" b="1" dirty="0"/>
              <a:t>雪上加霜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C8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167;p14"/>
          <p:cNvSpPr txBox="1"/>
          <p:nvPr/>
        </p:nvSpPr>
        <p:spPr>
          <a:xfrm>
            <a:off x="983816" y="4106987"/>
            <a:ext cx="3061284" cy="3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不確定牌有理性感性兩面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87" name="Google Shape;168;p14"/>
          <p:cNvSpPr txBox="1"/>
          <p:nvPr/>
        </p:nvSpPr>
        <p:spPr>
          <a:xfrm>
            <a:off x="4264094" y="4035269"/>
            <a:ext cx="7843222" cy="3524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則是代表想法極度不成熟或是毫無計劃、或是變化無常可言、早晚想的不一樣  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早晚想的不一樣思緒衰弱或毫無想法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沒有任何想法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59"/>
              </a:spcBef>
            </a:pPr>
            <a:r>
              <a:rPr lang="zh-TW" alt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TW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解牌有</a:t>
            </a:r>
            <a:r>
              <a:rPr lang="en-US" altLang="zh-TW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zh-TW" alt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的出現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zh-TW" alt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理解度還要更寬一點</a:t>
            </a:r>
            <a:r>
              <a:rPr lang="en-US" altLang="zh-TW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>
              <a:spcBef>
                <a:spcPts val="59"/>
              </a:spcBef>
            </a:pP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問是否為同性戀，出現雙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，不論花色，則結論是非常有可能的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88" name="Google Shape;169;p14"/>
          <p:cNvSpPr txBox="1"/>
          <p:nvPr/>
        </p:nvSpPr>
        <p:spPr>
          <a:xfrm>
            <a:off x="2700913" y="1848028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9" name="Google Shape;170;p14"/>
          <p:cNvSpPr txBox="1"/>
          <p:nvPr/>
        </p:nvSpPr>
        <p:spPr>
          <a:xfrm>
            <a:off x="578501" y="512425"/>
            <a:ext cx="2920607" cy="1485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自覺</a:t>
            </a:r>
            <a:endParaRPr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19</a:t>
            </a:fld>
            <a:endParaRPr lang="zh-TW" altLang="en-US"/>
          </a:p>
        </p:txBody>
      </p:sp>
      <p:sp>
        <p:nvSpPr>
          <p:cNvPr id="9" name="Google Shape;167;p14"/>
          <p:cNvSpPr txBox="1"/>
          <p:nvPr/>
        </p:nvSpPr>
        <p:spPr>
          <a:xfrm>
            <a:off x="4404766" y="335330"/>
            <a:ext cx="7702550" cy="205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理性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在事業主企劃強、頭腦清晰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精於規劃的、聰明的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感性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在心裡情感上則有單相思、想太多、自私、固執不變、一廂情願、自我矛盾的問題癡心妄想及個人單方面的想法、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心態面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內心面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情感面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890" y="4065910"/>
            <a:ext cx="446926" cy="4189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Google Shape;279;p27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73" name="Google Shape;280;p27"/>
          <p:cNvSpPr txBox="1"/>
          <p:nvPr/>
        </p:nvSpPr>
        <p:spPr>
          <a:xfrm>
            <a:off x="8018212" y="780919"/>
            <a:ext cx="4672856" cy="1952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 smtClean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3 3</a:t>
            </a:r>
            <a:r>
              <a:rPr lang="zh-TW" altLang="en-US" sz="7200" b="1" dirty="0" smtClean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lang="en-US" altLang="zh-TW" sz="7200" b="1" dirty="0" smtClean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44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理性</a:t>
            </a:r>
            <a:r>
              <a:rPr lang="zh-TW" alt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加感性</a:t>
            </a:r>
            <a:endParaRPr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4" name="Google Shape;281;p27"/>
          <p:cNvSpPr txBox="1"/>
          <p:nvPr/>
        </p:nvSpPr>
        <p:spPr>
          <a:xfrm>
            <a:off x="991429" y="2461624"/>
            <a:ext cx="8688655" cy="526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兩個想法兩個內在（兩個人）</a:t>
            </a:r>
          </a:p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會有兩個個解釋</a:t>
            </a: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理性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是懂規劃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部分</a:t>
            </a: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感性是一廂情願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部分</a:t>
            </a:r>
          </a:p>
          <a:p>
            <a:pPr marL="12700" marR="12700"/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JJ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感情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有雙的意思或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姻緣二度</a:t>
            </a:r>
            <a:endParaRPr lang="zh-TW" altLang="en-US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合作有紛爭的意思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6" name="Google Shape;283;p27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20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457841" y="771175"/>
            <a:ext cx="3501793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6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特殊牌卡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611876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C8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Google Shape;175;p15"/>
          <p:cNvSpPr txBox="1"/>
          <p:nvPr/>
        </p:nvSpPr>
        <p:spPr>
          <a:xfrm>
            <a:off x="4462530" y="728505"/>
            <a:ext cx="7535202" cy="3783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有快樂、鬆散、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自在美好、放鬆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的狀態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但也有著飄盪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困惑不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穩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鬆散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擔憂的因素，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雖然有一些小狀況，也不會產生太大的影響，</a:t>
            </a:r>
            <a:endParaRPr lang="en-US" altLang="zh-TW" sz="2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有分離、遠行、離職、異動、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精神不安寧等徵兆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(SHD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都還算正向思維、偏正向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93" name="Google Shape;176;p15"/>
          <p:cNvSpPr txBox="1"/>
          <p:nvPr/>
        </p:nvSpPr>
        <p:spPr>
          <a:xfrm>
            <a:off x="4480490" y="4914359"/>
            <a:ext cx="7517242" cy="236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就變成</a:t>
            </a:r>
            <a:r>
              <a:rPr lang="zh-TW" altLang="en-US" sz="3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混亂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、沒有頭緒、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狂風暴雨、 腦神經衰弱、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事情變得更壞更複雜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難以控制處理磁場亂象頻生、群魔紛飛</a:t>
            </a:r>
            <a:endParaRPr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94" name="Google Shape;177;p15"/>
          <p:cNvSpPr txBox="1"/>
          <p:nvPr/>
        </p:nvSpPr>
        <p:spPr>
          <a:xfrm>
            <a:off x="937965" y="1487364"/>
            <a:ext cx="2516505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39"/>
              </a:spcBef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12700" algn="r"/>
            <a:r>
              <a:rPr lang="en-US" altLang="zh-TW" sz="1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21</a:t>
            </a:fld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352081" y="410580"/>
            <a:ext cx="296747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/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風之塵</a:t>
            </a:r>
            <a:endParaRPr lang="zh-TW" altLang="en-US"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" name="Google Shape;167;p14"/>
          <p:cNvSpPr txBox="1"/>
          <p:nvPr/>
        </p:nvSpPr>
        <p:spPr>
          <a:xfrm>
            <a:off x="2544266" y="4727715"/>
            <a:ext cx="1575558" cy="37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氣場牌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620" y="5016262"/>
            <a:ext cx="438910" cy="4189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Google Shape;296;p29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6" name="Google Shape;297;p29"/>
          <p:cNvSpPr txBox="1"/>
          <p:nvPr/>
        </p:nvSpPr>
        <p:spPr>
          <a:xfrm>
            <a:off x="8228401" y="803653"/>
            <a:ext cx="3353999" cy="1084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</a:t>
            </a:r>
            <a:r>
              <a:rPr lang="en-US" altLang="zh-TW" sz="7200" b="1" dirty="0" smtClean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40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 風 疊</a:t>
            </a:r>
            <a:endParaRPr sz="40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7" name="Google Shape;298;p29"/>
          <p:cNvSpPr txBox="1"/>
          <p:nvPr/>
        </p:nvSpPr>
        <p:spPr>
          <a:xfrm>
            <a:off x="524462" y="2569786"/>
            <a:ext cx="11412980" cy="269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4 4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，只要黑梅      不是出現在後，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則稱為 “雙風疊”，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意味著塵埃落定，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在是否能達成某目標的問題中，代表事情將會雨過天晴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有明朗的發展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8" name="Google Shape;299;p29"/>
          <p:cNvSpPr txBox="1"/>
          <p:nvPr/>
        </p:nvSpPr>
        <p:spPr>
          <a:xfrm>
            <a:off x="524462" y="5861507"/>
            <a:ext cx="8991263" cy="116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00099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      在後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，將會形成狂風驟雨，超級不妙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9" name="Google Shape;300;p29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22</a:t>
            </a:fld>
            <a:endParaRPr lang="zh-TW" altLang="en-US"/>
          </a:p>
        </p:txBody>
      </p:sp>
      <p:sp>
        <p:nvSpPr>
          <p:cNvPr id="9" name="Google Shape;107;p7"/>
          <p:cNvSpPr txBox="1"/>
          <p:nvPr/>
        </p:nvSpPr>
        <p:spPr>
          <a:xfrm>
            <a:off x="2457841" y="771175"/>
            <a:ext cx="3501793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6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特殊牌卡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654" y="5780003"/>
            <a:ext cx="438910" cy="418959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098" y="2543991"/>
            <a:ext cx="438910" cy="41895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376AB94-CF1C-0DA0-127E-0C56BE824F98}"/>
              </a:ext>
            </a:extLst>
          </p:cNvPr>
          <p:cNvSpPr txBox="1"/>
          <p:nvPr/>
        </p:nvSpPr>
        <p:spPr>
          <a:xfrm>
            <a:off x="9440770" y="1888046"/>
            <a:ext cx="27186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>
                    <a:lumMod val="95000"/>
                  </a:schemeClr>
                </a:solidFill>
              </a:rPr>
              <a:t>雨過天晴</a:t>
            </a:r>
          </a:p>
          <a:p>
            <a:r>
              <a:rPr lang="zh-TW" altLang="en-US" sz="4400" b="1" dirty="0">
                <a:solidFill>
                  <a:schemeClr val="bg1">
                    <a:lumMod val="95000"/>
                  </a:schemeClr>
                </a:solidFill>
              </a:rPr>
              <a:t>狂風暴雨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C8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Google Shape;182;p16"/>
          <p:cNvSpPr txBox="1"/>
          <p:nvPr/>
        </p:nvSpPr>
        <p:spPr>
          <a:xfrm>
            <a:off x="4651375" y="123441"/>
            <a:ext cx="6773545" cy="2494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代表感情、事業、人際關係上有良好穩定的發展、有家的感覺、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也代表身體健康平安順心幸福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98" name="Google Shape;183;p16"/>
          <p:cNvSpPr txBox="1"/>
          <p:nvPr/>
        </p:nvSpPr>
        <p:spPr>
          <a:xfrm>
            <a:off x="4651375" y="1564855"/>
            <a:ext cx="6781141" cy="614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則代表破損的、崩壞的、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或是基礎尚待建立，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沒計畫好還沒想完善、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也可解釋為基礎已遭受到破壞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建立好被破壞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對事都尚未基礎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問健康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身體的健康狀況則是欠佳的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問姻緣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婚姻有離異現象、破滅現象   有分開的隔閡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問事業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有拆夥崩牌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99" name="Google Shape;184;p16"/>
          <p:cNvSpPr txBox="1"/>
          <p:nvPr/>
        </p:nvSpPr>
        <p:spPr>
          <a:xfrm>
            <a:off x="927913" y="1555086"/>
            <a:ext cx="2571115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39"/>
              </a:spcBef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12700" algn="r"/>
            <a:r>
              <a:rPr lang="en-US" altLang="zh-TW" sz="1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23</a:t>
            </a:fld>
            <a:endParaRPr lang="zh-TW" altLang="en-US"/>
          </a:p>
        </p:txBody>
      </p:sp>
      <p:sp>
        <p:nvSpPr>
          <p:cNvPr id="8" name="Google Shape;167;p14"/>
          <p:cNvSpPr txBox="1"/>
          <p:nvPr/>
        </p:nvSpPr>
        <p:spPr>
          <a:xfrm>
            <a:off x="2213470" y="4300900"/>
            <a:ext cx="3061284" cy="3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心靈心理要穩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2479" y="650662"/>
            <a:ext cx="204414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/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磐石</a:t>
            </a:r>
            <a:endParaRPr lang="zh-TW" altLang="en-US"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869" y="1564855"/>
            <a:ext cx="438910" cy="41895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56059" y="6600847"/>
            <a:ext cx="87688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12700" algn="just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如果黑梅出現在後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，這些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組合無論任何事情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altLang="en-US" sz="2000" b="1" u="sng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</a:t>
            </a:r>
            <a:r>
              <a:rPr lang="zh-TW" altLang="en-US" sz="20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開高走低的意味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 </a:t>
            </a:r>
          </a:p>
          <a:p>
            <a:pPr marL="12700" marR="86995" algn="just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在好或不好的問題中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，意味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都偏向於局勢即將走下坡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DF0C8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Google Shape;189;p17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3" name="Google Shape;190;p17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4" name="Google Shape;191;p17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5" name="Google Shape;192;p17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6" name="Google Shape;193;p17"/>
          <p:cNvSpPr txBox="1"/>
          <p:nvPr/>
        </p:nvSpPr>
        <p:spPr>
          <a:xfrm>
            <a:off x="4293454" y="1862835"/>
            <a:ext cx="7801649" cy="12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1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代表困難重重或心生無助、有未知的阻礙出現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也可說內心有阻礙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但也有絕境逢生、柳暗花明又一村的意思 黑桃、紅磚、紅心都還算是可以處理的問題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07" name="Google Shape;194;p17"/>
          <p:cNvSpPr txBox="1"/>
          <p:nvPr/>
        </p:nvSpPr>
        <p:spPr>
          <a:xfrm>
            <a:off x="4646389" y="3876512"/>
            <a:ext cx="6635115" cy="319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651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稱為麻煩的無解的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死結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51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表示問題很難處理或毫無轉圜餘地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60"/>
              </a:spcBef>
            </a:pPr>
            <a:r>
              <a:rPr lang="en-US" altLang="zh-TW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zh-TW" alt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要助個案後續找出破解之道</a:t>
            </a:r>
            <a:r>
              <a:rPr lang="en-US" altLang="zh-TW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>
              <a:spcBef>
                <a:spcPts val="60"/>
              </a:spcBef>
            </a:pP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如果第一張是黑梅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，第二張出現其他花色的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代表大吉大利順利過關，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反之，則是超級不妙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08" name="Google Shape;195;p17"/>
          <p:cNvSpPr txBox="1"/>
          <p:nvPr/>
        </p:nvSpPr>
        <p:spPr>
          <a:xfrm>
            <a:off x="2646431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9" name="Google Shape;196;p17"/>
          <p:cNvSpPr txBox="1">
            <a:spLocks noGrp="1"/>
          </p:cNvSpPr>
          <p:nvPr>
            <p:ph type="title"/>
          </p:nvPr>
        </p:nvSpPr>
        <p:spPr>
          <a:xfrm>
            <a:off x="-162389" y="665292"/>
            <a:ext cx="11371275" cy="67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47675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難解之結</a:t>
            </a:r>
            <a:endParaRPr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24</a:t>
            </a:fld>
            <a:endParaRPr lang="zh-TW" altLang="en-US" dirty="0"/>
          </a:p>
        </p:txBody>
      </p:sp>
      <p:sp>
        <p:nvSpPr>
          <p:cNvPr id="13" name="Google Shape;167;p14"/>
          <p:cNvSpPr txBox="1"/>
          <p:nvPr/>
        </p:nvSpPr>
        <p:spPr>
          <a:xfrm>
            <a:off x="2944792" y="7071678"/>
            <a:ext cx="4363509" cy="3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(6C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等於不好牌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大吉大利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" name="Google Shape;167;p14"/>
          <p:cNvSpPr txBox="1"/>
          <p:nvPr/>
        </p:nvSpPr>
        <p:spPr>
          <a:xfrm>
            <a:off x="6344330" y="7091522"/>
            <a:ext cx="3061284" cy="3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(46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64 NO GOOD)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859" y="3933172"/>
            <a:ext cx="438910" cy="41895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9F0F63E-9C5D-3AE1-9C1C-3222F198F7FB}"/>
              </a:ext>
            </a:extLst>
          </p:cNvPr>
          <p:cNvSpPr txBox="1"/>
          <p:nvPr/>
        </p:nvSpPr>
        <p:spPr>
          <a:xfrm>
            <a:off x="8712156" y="7038640"/>
            <a:ext cx="24534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(</a:t>
            </a:r>
            <a:r>
              <a:rPr lang="zh-TW" altLang="en-US" sz="2000" b="1" dirty="0"/>
              <a:t>雙</a:t>
            </a:r>
            <a:r>
              <a:rPr lang="en-US" altLang="zh-TW" sz="2000" b="1" dirty="0"/>
              <a:t>6/</a:t>
            </a:r>
            <a:r>
              <a:rPr lang="zh-TW" altLang="en-US" sz="2000" b="1" dirty="0"/>
              <a:t>雙</a:t>
            </a:r>
            <a:r>
              <a:rPr lang="en-US" altLang="zh-TW" sz="2000" b="1" dirty="0"/>
              <a:t>2</a:t>
            </a:r>
            <a:r>
              <a:rPr lang="zh-TW" altLang="en-US" sz="2000" b="1" dirty="0"/>
              <a:t>都要注意</a:t>
            </a:r>
            <a:r>
              <a:rPr lang="en-US" altLang="zh-TW" sz="2000" b="1" dirty="0"/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Google Shape;313;p31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00" name="Google Shape;315;p31"/>
          <p:cNvSpPr txBox="1"/>
          <p:nvPr/>
        </p:nvSpPr>
        <p:spPr>
          <a:xfrm>
            <a:off x="703585" y="3306005"/>
            <a:ext cx="6219729" cy="135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6 6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，只要黑梅     不出現在後，</a:t>
            </a:r>
            <a:endParaRPr lang="en-US" altLang="zh-TW" sz="2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6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不論問題，此為大吉大利之卦</a:t>
            </a:r>
            <a:endParaRPr lang="en-US" altLang="zh-TW" sz="3600" b="1" u="sng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1" name="Google Shape;316;p31"/>
          <p:cNvSpPr txBox="1"/>
          <p:nvPr/>
        </p:nvSpPr>
        <p:spPr>
          <a:xfrm>
            <a:off x="703586" y="4938959"/>
            <a:ext cx="11488419" cy="86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若黑梅在後，將變成無解的死結，非常的不妙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都黑梅在後都不妙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2" name="Google Shape;317;p31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25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457841" y="771175"/>
            <a:ext cx="3501793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6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特殊牌卡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847" y="3288699"/>
            <a:ext cx="438910" cy="418959"/>
          </a:xfrm>
          <a:prstGeom prst="rect">
            <a:avLst/>
          </a:prstGeom>
        </p:spPr>
      </p:pic>
      <p:sp>
        <p:nvSpPr>
          <p:cNvPr id="11" name="Google Shape;297;p29"/>
          <p:cNvSpPr txBox="1"/>
          <p:nvPr/>
        </p:nvSpPr>
        <p:spPr>
          <a:xfrm>
            <a:off x="8228401" y="803653"/>
            <a:ext cx="3749234" cy="1084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 smtClean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6 6</a:t>
            </a:r>
            <a:r>
              <a:rPr lang="zh-TW" altLang="en-US" sz="40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大吉大利</a:t>
            </a:r>
            <a:endParaRPr sz="40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376AB94-CF1C-0DA0-127E-0C56BE824F98}"/>
              </a:ext>
            </a:extLst>
          </p:cNvPr>
          <p:cNvSpPr txBox="1"/>
          <p:nvPr/>
        </p:nvSpPr>
        <p:spPr>
          <a:xfrm>
            <a:off x="9440770" y="1888046"/>
            <a:ext cx="27186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 smtClean="0">
                <a:solidFill>
                  <a:schemeClr val="bg1">
                    <a:lumMod val="95000"/>
                  </a:schemeClr>
                </a:solidFill>
              </a:rPr>
              <a:t>無</a:t>
            </a:r>
            <a:r>
              <a:rPr lang="zh-TW" altLang="en-US" sz="4400" b="1" dirty="0">
                <a:solidFill>
                  <a:schemeClr val="bg1">
                    <a:lumMod val="95000"/>
                  </a:schemeClr>
                </a:solidFill>
              </a:rPr>
              <a:t>解不妙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DF0C8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Google Shape;201;p18"/>
          <p:cNvSpPr/>
          <p:nvPr/>
        </p:nvSpPr>
        <p:spPr>
          <a:xfrm>
            <a:off x="0" y="350833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3" name="Google Shape;202;p18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4" name="Google Shape;203;p18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5" name="Google Shape;204;p18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6" name="Google Shape;205;p18"/>
          <p:cNvSpPr txBox="1"/>
          <p:nvPr/>
        </p:nvSpPr>
        <p:spPr>
          <a:xfrm>
            <a:off x="4273656" y="281893"/>
            <a:ext cx="7842884" cy="2616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對於所問之事充滿美好的期待、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代表未來的希望與願景，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但還是屬於尚未實現、所以較為虛幻的。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也有遠方的味道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跟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有點像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可以解釋有遠行、離開、出國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17" name="Google Shape;206;p18"/>
          <p:cNvSpPr txBox="1"/>
          <p:nvPr/>
        </p:nvSpPr>
        <p:spPr>
          <a:xfrm>
            <a:off x="4275204" y="2753950"/>
            <a:ext cx="7341870" cy="4156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397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代表虛幻的、散掉的、破滅的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397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或是在黑暗中有一道曙光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397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懷疑的不相信的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如問有關身體，出現兩張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稍有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點狀況請個案小心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(77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會卡到別人的因果傷自己的身體不會保護自己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不論花色，代表 不妙，要小心，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若其中有一張是黑梅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不管前後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有心理準備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中度嚴重加入一黑梅更嚴重要看日子了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18" name="Google Shape;207;p18"/>
          <p:cNvSpPr txBox="1"/>
          <p:nvPr/>
        </p:nvSpPr>
        <p:spPr>
          <a:xfrm>
            <a:off x="2700913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9" name="Google Shape;208;p18"/>
          <p:cNvSpPr txBox="1">
            <a:spLocks noGrp="1"/>
          </p:cNvSpPr>
          <p:nvPr>
            <p:ph type="title"/>
          </p:nvPr>
        </p:nvSpPr>
        <p:spPr>
          <a:xfrm>
            <a:off x="-3249" y="849102"/>
            <a:ext cx="4137861" cy="162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3985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sz="60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美麗的彩虹</a:t>
            </a:r>
            <a:endParaRPr sz="60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26</a:t>
            </a:fld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841" y="2757502"/>
            <a:ext cx="438910" cy="418959"/>
          </a:xfrm>
          <a:prstGeom prst="rect">
            <a:avLst/>
          </a:prstGeom>
        </p:spPr>
      </p:pic>
      <p:sp>
        <p:nvSpPr>
          <p:cNvPr id="14" name="Google Shape;167;p14"/>
          <p:cNvSpPr txBox="1"/>
          <p:nvPr/>
        </p:nvSpPr>
        <p:spPr>
          <a:xfrm>
            <a:off x="2700914" y="4218302"/>
            <a:ext cx="996880" cy="363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氣場牌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Google Shape;332;p33"/>
          <p:cNvSpPr txBox="1"/>
          <p:nvPr/>
        </p:nvSpPr>
        <p:spPr>
          <a:xfrm>
            <a:off x="703584" y="3066990"/>
            <a:ext cx="9170797" cy="354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107"/>
              </a:lnSpc>
            </a:pP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7 7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，不論花色，若在身體的問題中出現，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</a:t>
            </a: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表要極度小心，是非常不妙的組合，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假使再翻一張牌</a:t>
            </a:r>
            <a:r>
              <a:rPr lang="zh-TW" altLang="zh-TW" sz="20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（身體健康可翻三張牌）</a:t>
            </a: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又出現7，則代表情況嚴重，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所謂神仙難救無命客， 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出現6或4，也是非常不妙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21" name="Google Shape;334;p33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27</a:t>
            </a:fld>
            <a:endParaRPr lang="zh-TW" altLang="en-US"/>
          </a:p>
        </p:txBody>
      </p:sp>
      <p:sp>
        <p:nvSpPr>
          <p:cNvPr id="6" name="Google Shape;107;p7"/>
          <p:cNvSpPr txBox="1"/>
          <p:nvPr/>
        </p:nvSpPr>
        <p:spPr>
          <a:xfrm>
            <a:off x="2457841" y="771175"/>
            <a:ext cx="3501793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6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特殊牌卡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Google Shape;297;p29"/>
          <p:cNvSpPr txBox="1"/>
          <p:nvPr/>
        </p:nvSpPr>
        <p:spPr>
          <a:xfrm>
            <a:off x="8228401" y="803653"/>
            <a:ext cx="3749234" cy="1084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 smtClean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7 7</a:t>
            </a:r>
            <a:r>
              <a:rPr lang="zh-TW" altLang="en-US" sz="40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身體</a:t>
            </a:r>
            <a:endParaRPr sz="40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76AB94-CF1C-0DA0-127E-0C56BE824F98}"/>
              </a:ext>
            </a:extLst>
          </p:cNvPr>
          <p:cNvSpPr txBox="1"/>
          <p:nvPr/>
        </p:nvSpPr>
        <p:spPr>
          <a:xfrm>
            <a:off x="9440770" y="1888046"/>
            <a:ext cx="27186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>
                    <a:lumMod val="95000"/>
                  </a:schemeClr>
                </a:solidFill>
              </a:rPr>
              <a:t>極度小心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C8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213;p19"/>
          <p:cNvSpPr txBox="1"/>
          <p:nvPr/>
        </p:nvSpPr>
        <p:spPr>
          <a:xfrm>
            <a:off x="4669663" y="360609"/>
            <a:ext cx="6423660" cy="155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理想是可以實現，希望是可達成的，事事圓滿如意，也有遠方的味道、有溫暖感有形象良好之姿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要暫時放掉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23" name="Google Shape;214;p19"/>
          <p:cNvSpPr txBox="1"/>
          <p:nvPr/>
        </p:nvSpPr>
        <p:spPr>
          <a:xfrm>
            <a:off x="4648126" y="2124986"/>
            <a:ext cx="7470312" cy="354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是明亮被烏雲擋住的明月，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時間點延後的意思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看似有點困難，但只是暫時的，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拖延的，虛弱的，比較差的月有陰晴圓缺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時好時壞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 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模稜兩可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對愛情事業健康而言，有時好時壞的現象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(8C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是被烏雲擋住的月亮是不確定牌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不是不好牌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24" name="Google Shape;215;p19"/>
          <p:cNvSpPr txBox="1"/>
          <p:nvPr/>
        </p:nvSpPr>
        <p:spPr>
          <a:xfrm>
            <a:off x="2700913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5" name="Google Shape;216;p19"/>
          <p:cNvSpPr txBox="1"/>
          <p:nvPr/>
        </p:nvSpPr>
        <p:spPr>
          <a:xfrm>
            <a:off x="584174" y="460242"/>
            <a:ext cx="2116739" cy="1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滿月</a:t>
            </a:r>
            <a:endParaRPr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28</a:t>
            </a:fld>
            <a:endParaRPr lang="zh-TW" altLang="en-US"/>
          </a:p>
        </p:txBody>
      </p:sp>
      <p:sp>
        <p:nvSpPr>
          <p:cNvPr id="9" name="Google Shape;167;p14"/>
          <p:cNvSpPr txBox="1"/>
          <p:nvPr/>
        </p:nvSpPr>
        <p:spPr>
          <a:xfrm>
            <a:off x="881434" y="4211412"/>
            <a:ext cx="3788229" cy="73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ctr"/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宇宙是能量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體光芒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是有能量的是圓滿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的是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無形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天地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Google Shape;167;p14"/>
          <p:cNvSpPr txBox="1"/>
          <p:nvPr/>
        </p:nvSpPr>
        <p:spPr>
          <a:xfrm>
            <a:off x="2618573" y="6635014"/>
            <a:ext cx="11529417" cy="773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88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（有雙的意思：好或不好 開高走低 局勢下坡</a:t>
            </a:r>
            <a:r>
              <a:rPr lang="zh-TW" altLang="en-US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endParaRPr lang="en-US" altLang="zh-TW" sz="18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職業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要考慮進來有沒有因果業力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8+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任何花色都要迴向</a:t>
            </a:r>
            <a:endParaRPr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216" y="2176501"/>
            <a:ext cx="438910" cy="41895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C8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Google Shape;221;p20"/>
          <p:cNvSpPr txBox="1"/>
          <p:nvPr/>
        </p:nvSpPr>
        <p:spPr>
          <a:xfrm>
            <a:off x="4589803" y="401741"/>
            <a:ext cx="7135495" cy="1337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是一種工具、必需具備的能力，斧頭有正反面或破壞的力量，代表要處理，建設，操作的力量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找方法找合作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29" name="Google Shape;222;p20"/>
          <p:cNvSpPr txBox="1"/>
          <p:nvPr/>
        </p:nvSpPr>
        <p:spPr>
          <a:xfrm>
            <a:off x="4581910" y="2719268"/>
            <a:ext cx="7610095" cy="431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問健康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主血光、刀關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如建議去做深層健康檢查，抽血可破血光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問感情及合作事業關係主爭吵、分手之兆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建議有拜拜有信仰的去找主神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/>
            <a:endParaRPr lang="en-US" altLang="zh-TW" sz="24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是破壞的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表示開過小刀的可能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4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惡劣的、辛苦的、嚴重的、爭鬥的</a:t>
            </a:r>
          </a:p>
        </p:txBody>
      </p:sp>
      <p:sp>
        <p:nvSpPr>
          <p:cNvPr id="1048730" name="Google Shape;223;p20"/>
          <p:cNvSpPr txBox="1"/>
          <p:nvPr/>
        </p:nvSpPr>
        <p:spPr>
          <a:xfrm>
            <a:off x="2700913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1" name="Google Shape;224;p20"/>
          <p:cNvSpPr txBox="1"/>
          <p:nvPr/>
        </p:nvSpPr>
        <p:spPr>
          <a:xfrm>
            <a:off x="747412" y="523977"/>
            <a:ext cx="3593708" cy="160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利斧</a:t>
            </a:r>
            <a:endParaRPr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29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893" y="4902182"/>
            <a:ext cx="438910" cy="41895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C139886-9E1E-DE93-0959-125943EF3AAE}"/>
              </a:ext>
            </a:extLst>
          </p:cNvPr>
          <p:cNvSpPr txBox="1"/>
          <p:nvPr/>
        </p:nvSpPr>
        <p:spPr>
          <a:xfrm>
            <a:off x="2642905" y="6830443"/>
            <a:ext cx="8504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9C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問身體健康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80%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有小手術或內心有過重的創傷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心理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身體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DF0C8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Google Shape;229;p21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5" name="Google Shape;230;p21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6" name="Google Shape;231;p21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7" name="Google Shape;232;p21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8" name="Google Shape;233;p21"/>
          <p:cNvSpPr txBox="1"/>
          <p:nvPr/>
        </p:nvSpPr>
        <p:spPr>
          <a:xfrm>
            <a:off x="4417318" y="1214802"/>
            <a:ext cx="7131684" cy="43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代表理想、理念、富貴的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不在乎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外界眼光、 自得其樂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擁有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榮華富貴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、貴人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相助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302895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則是懦弱虛弱、有麻煩的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302895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無力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的、財務危機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302895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不再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自得其樂思緒混亂的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39" name="Google Shape;234;p21"/>
          <p:cNvSpPr txBox="1"/>
          <p:nvPr/>
        </p:nvSpPr>
        <p:spPr>
          <a:xfrm>
            <a:off x="2253238" y="1858077"/>
            <a:ext cx="157035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0" name="Google Shape;235;p21"/>
          <p:cNvSpPr txBox="1">
            <a:spLocks noGrp="1"/>
          </p:cNvSpPr>
          <p:nvPr>
            <p:ph type="title"/>
          </p:nvPr>
        </p:nvSpPr>
        <p:spPr>
          <a:xfrm>
            <a:off x="-264876" y="579094"/>
            <a:ext cx="4823209" cy="1485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0700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財富之神</a:t>
            </a:r>
            <a:endParaRPr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30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9D5FDEF-F1A5-E143-CD55-9F55191640A3}"/>
              </a:ext>
            </a:extLst>
          </p:cNvPr>
          <p:cNvSpPr txBox="1"/>
          <p:nvPr/>
        </p:nvSpPr>
        <p:spPr>
          <a:xfrm>
            <a:off x="2623006" y="5323649"/>
            <a:ext cx="88332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10 10</a:t>
            </a:r>
          </a:p>
          <a:p>
            <a:pPr marL="12700" marR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 在身體健康問題中出現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Good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，已亮紅燈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如果問題為愛情之類，則有“雙”的意思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喜憂參半的意思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不論花色，在任何有關合作的問題中，代表因意見相斥而造成紛爭不斷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問題中除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3C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不論花色都是好牌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682" y="3679066"/>
            <a:ext cx="438910" cy="41895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913899" y="3625950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zh-TW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DF0C8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Google Shape;240;p22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4" name="Google Shape;241;p22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5" name="Google Shape;242;p22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6" name="Google Shape;243;p22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7" name="Google Shape;244;p22"/>
          <p:cNvSpPr txBox="1"/>
          <p:nvPr/>
        </p:nvSpPr>
        <p:spPr>
          <a:xfrm>
            <a:off x="4650779" y="410596"/>
            <a:ext cx="7129780" cy="601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代表才華橫溢、有技能的人、是可當輔臣的人、也是好伴侶好搭檔會衝鋒陷陣，也有執行的意思</a:t>
            </a:r>
            <a:endParaRPr sz="32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  <a:p>
            <a:pPr>
              <a:spcBef>
                <a:spcPts val="9"/>
              </a:spcBef>
            </a:pPr>
            <a:endParaRPr sz="32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問健康主血光、刀關，</a:t>
            </a:r>
            <a:endParaRPr lang="en-US" altLang="zh-TW" sz="320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建議去做深層健康檢查抽血可破血光</a:t>
            </a:r>
            <a:endParaRPr sz="32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  <a:p>
            <a:pPr>
              <a:spcBef>
                <a:spcPts val="9"/>
              </a:spcBef>
            </a:pPr>
            <a:r>
              <a:rPr lang="en-US" altLang="zh-TW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與</a:t>
            </a:r>
            <a:r>
              <a:rPr lang="en-US" altLang="zh-TW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9</a:t>
            </a:r>
            <a:r>
              <a:rPr lang="zh-TW" altLang="en-US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相似</a:t>
            </a:r>
            <a:r>
              <a:rPr lang="en-US" altLang="zh-TW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:9</a:t>
            </a:r>
            <a:r>
              <a:rPr lang="zh-TW" altLang="en-US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小刀</a:t>
            </a:r>
            <a:r>
              <a:rPr lang="en-US" altLang="zh-TW" sz="2000" b="1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/J</a:t>
            </a:r>
            <a:r>
              <a:rPr lang="zh-TW" altLang="en-US" sz="2000" b="1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大刀</a:t>
            </a:r>
            <a:r>
              <a:rPr lang="en-US" altLang="zh-TW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)</a:t>
            </a:r>
            <a:endParaRPr sz="200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是不忠實、感情也會有分手之</a:t>
            </a:r>
            <a:r>
              <a:rPr lang="zh-TW" altLang="en-US" sz="3200" b="1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意</a:t>
            </a:r>
            <a:endParaRPr lang="en-US" altLang="zh-TW" sz="3200" b="1" dirty="0" smtClean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背叛</a:t>
            </a:r>
            <a:r>
              <a:rPr lang="zh-TW" altLang="en-US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的 有麻煩的、惡劣的、</a:t>
            </a:r>
            <a:endParaRPr lang="en-US" altLang="zh-TW" sz="320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無所不用其極的</a:t>
            </a:r>
            <a:endParaRPr lang="en-US" altLang="zh-TW" sz="320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  <a:p>
            <a:pPr marL="12700"/>
            <a:r>
              <a:rPr lang="en-US" altLang="zh-TW" sz="24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(JC</a:t>
            </a:r>
            <a:r>
              <a:rPr lang="zh-TW" altLang="en-US" sz="24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  是曾經身體有開過大刀的人</a:t>
            </a:r>
            <a:r>
              <a:rPr lang="en-US" altLang="zh-TW" sz="24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)</a:t>
            </a:r>
          </a:p>
          <a:p>
            <a:pPr marL="12700"/>
            <a:endParaRPr lang="en-US" altLang="zh-TW" sz="240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  <a:p>
            <a:pPr marL="12700"/>
            <a:r>
              <a:rPr lang="en-US" altLang="zh-TW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不論花色除</a:t>
            </a:r>
            <a:r>
              <a:rPr lang="en-US" altLang="zh-TW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JC</a:t>
            </a:r>
            <a:r>
              <a:rPr lang="zh-TW" altLang="en-US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都是好牌</a:t>
            </a:r>
            <a:r>
              <a:rPr lang="en-US" altLang="zh-TW" sz="20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1048748" name="Google Shape;245;p22"/>
          <p:cNvSpPr txBox="1"/>
          <p:nvPr/>
        </p:nvSpPr>
        <p:spPr>
          <a:xfrm>
            <a:off x="2803656" y="1858077"/>
            <a:ext cx="511809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9" name="Google Shape;246;p22"/>
          <p:cNvSpPr txBox="1">
            <a:spLocks noGrp="1"/>
          </p:cNvSpPr>
          <p:nvPr>
            <p:ph type="title"/>
          </p:nvPr>
        </p:nvSpPr>
        <p:spPr>
          <a:xfrm>
            <a:off x="-242776" y="674207"/>
            <a:ext cx="4664051" cy="135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0700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精銳戰士</a:t>
            </a:r>
            <a:endParaRPr sz="72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31</a:t>
            </a:fld>
            <a:endParaRPr lang="zh-TW" altLang="en-US"/>
          </a:p>
        </p:txBody>
      </p:sp>
      <p:sp>
        <p:nvSpPr>
          <p:cNvPr id="13" name="Google Shape;167;p14"/>
          <p:cNvSpPr txBox="1"/>
          <p:nvPr/>
        </p:nvSpPr>
        <p:spPr>
          <a:xfrm>
            <a:off x="2663256" y="4215009"/>
            <a:ext cx="774450" cy="6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刀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8C822F7-0F8A-80FB-C72E-32ABD90D8FC2}"/>
              </a:ext>
            </a:extLst>
          </p:cNvPr>
          <p:cNvSpPr txBox="1"/>
          <p:nvPr/>
        </p:nvSpPr>
        <p:spPr>
          <a:xfrm>
            <a:off x="2764660" y="5744150"/>
            <a:ext cx="879933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2700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JJ</a:t>
            </a: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 在身體健康問題中出現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Good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，已亮紅燈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如果問題為愛情之類，則有“雙”的意思</a:t>
            </a:r>
            <a:r>
              <a:rPr lang="en-US" altLang="zh-TW" sz="1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1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喜憂參半的意思</a:t>
            </a:r>
            <a:r>
              <a:rPr lang="en-US" altLang="zh-TW" sz="1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1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JJ</a:t>
            </a:r>
          </a:p>
          <a:p>
            <a:pPr marL="12700" marR="12700" algn="just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在任何有關合作的問題中，代表因意見相斥而造成紛爭不斷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589" y="3648024"/>
            <a:ext cx="438910" cy="41895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C8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Google Shape;251;p23"/>
          <p:cNvSpPr txBox="1"/>
          <p:nvPr/>
        </p:nvSpPr>
        <p:spPr>
          <a:xfrm>
            <a:off x="4664764" y="238801"/>
            <a:ext cx="7106853" cy="530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代表自信、強大的執行力、富貴、圓滿、光鮮亮麗的，皇后是整副牌中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最強而有力的一張</a:t>
            </a:r>
            <a:r>
              <a:rPr lang="en-US" altLang="zh-TW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展現是不分男女性別的</a:t>
            </a:r>
            <a:r>
              <a:rPr lang="en-US" altLang="zh-TW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u="sng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77470"/>
            <a:endParaRPr lang="en-US" altLang="zh-TW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747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不管任何問題黑梅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是無所不用其極、義無反顧置之死地而後生之意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7747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是最強而有力、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7747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正邪或好壞一線之隔，做決定都是兩極的、所以有了它的出現很多困難都可能迎刃而解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7747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用在好即好用在人邪惡的一面與信念有關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7747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32</a:t>
            </a:fld>
            <a:endParaRPr lang="zh-TW" altLang="en-US"/>
          </a:p>
        </p:txBody>
      </p:sp>
      <p:sp>
        <p:nvSpPr>
          <p:cNvPr id="6" name="Google Shape;252;p23"/>
          <p:cNvSpPr txBox="1"/>
          <p:nvPr/>
        </p:nvSpPr>
        <p:spPr>
          <a:xfrm>
            <a:off x="420382" y="238801"/>
            <a:ext cx="250698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皇后</a:t>
            </a:r>
            <a:endParaRPr sz="1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750AC0A-ABE2-75EB-037C-313669A978B0}"/>
              </a:ext>
            </a:extLst>
          </p:cNvPr>
          <p:cNvSpPr txBox="1"/>
          <p:nvPr/>
        </p:nvSpPr>
        <p:spPr>
          <a:xfrm>
            <a:off x="2544266" y="5381882"/>
            <a:ext cx="84171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特殊牌卡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QQ</a:t>
            </a:r>
          </a:p>
          <a:p>
            <a:pPr marL="12700" marR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 在身體健康問題中出現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Good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，已亮紅燈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如果問題為愛情之類，則有“雙”的意思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喜憂參半的意思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QQ</a:t>
            </a:r>
          </a:p>
          <a:p>
            <a:pPr marL="12700" marR="12700" algn="just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不論花色，在任何有關合作的問題中，代表因意見相斥而造成紛爭不斷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855" y="2182359"/>
            <a:ext cx="438910" cy="41895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905CDDE-2A30-356B-3D27-04EAF04136CA}"/>
              </a:ext>
            </a:extLst>
          </p:cNvPr>
          <p:cNvSpPr txBox="1"/>
          <p:nvPr/>
        </p:nvSpPr>
        <p:spPr>
          <a:xfrm>
            <a:off x="2379371" y="4231161"/>
            <a:ext cx="1690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QK</a:t>
            </a:r>
            <a:r>
              <a:rPr lang="zh-TW" altLang="en-US" sz="1600" b="1" dirty="0"/>
              <a:t>無男女之分</a:t>
            </a:r>
          </a:p>
        </p:txBody>
      </p:sp>
      <p:sp>
        <p:nvSpPr>
          <p:cNvPr id="9" name="Google Shape;258;p24"/>
          <p:cNvSpPr txBox="1"/>
          <p:nvPr/>
        </p:nvSpPr>
        <p:spPr>
          <a:xfrm>
            <a:off x="980984" y="1830259"/>
            <a:ext cx="237617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70990"/>
            <a:r>
              <a:rPr lang="en-US" altLang="zh-TW" sz="1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C8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Google Shape;257;p24"/>
          <p:cNvSpPr txBox="1"/>
          <p:nvPr/>
        </p:nvSpPr>
        <p:spPr>
          <a:xfrm>
            <a:off x="4747730" y="876119"/>
            <a:ext cx="7360534" cy="46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代表權威、寬廣、福氣、佔有力強、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霸氣外露、剛強的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黑梅是懦弱的、無能的、力量不足、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氣勢不夠的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問健康走下坡、 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問事業也很有可能步上版圖瓦解的危機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57" name="Google Shape;258;p24"/>
          <p:cNvSpPr txBox="1"/>
          <p:nvPr/>
        </p:nvSpPr>
        <p:spPr>
          <a:xfrm>
            <a:off x="1172883" y="2001081"/>
            <a:ext cx="237617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70990"/>
            <a:r>
              <a:rPr lang="en-US" altLang="zh-TW" sz="1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  <a:noFill/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33</a:t>
            </a:fld>
            <a:endParaRPr lang="zh-TW" altLang="en-US"/>
          </a:p>
        </p:txBody>
      </p:sp>
      <p:sp>
        <p:nvSpPr>
          <p:cNvPr id="6" name="Google Shape;258;p24"/>
          <p:cNvSpPr txBox="1"/>
          <p:nvPr/>
        </p:nvSpPr>
        <p:spPr>
          <a:xfrm>
            <a:off x="597218" y="485455"/>
            <a:ext cx="237617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72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國王</a:t>
            </a:r>
            <a:endParaRPr sz="7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56B9B58-C115-3303-63E4-78105DD63763}"/>
              </a:ext>
            </a:extLst>
          </p:cNvPr>
          <p:cNvSpPr txBox="1"/>
          <p:nvPr/>
        </p:nvSpPr>
        <p:spPr>
          <a:xfrm>
            <a:off x="2751409" y="5360117"/>
            <a:ext cx="89454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KK</a:t>
            </a: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 在身體健康問題中出現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Good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，已亮紅燈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如果問題為愛情之類，則有“雙”的意思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喜憂參半的意思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在任何有關合作的問題中，代表因意見相斥而造成紛爭不斷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820" y="2868416"/>
            <a:ext cx="438910" cy="41895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BB06B89-8024-B899-184A-5F39CB18163A}"/>
              </a:ext>
            </a:extLst>
          </p:cNvPr>
          <p:cNvSpPr txBox="1"/>
          <p:nvPr/>
        </p:nvSpPr>
        <p:spPr>
          <a:xfrm>
            <a:off x="2229033" y="4277138"/>
            <a:ext cx="163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b="1" dirty="0"/>
              <a:t>沒有男女之分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751302"/>
              </p:ext>
            </p:extLst>
          </p:nvPr>
        </p:nvGraphicFramePr>
        <p:xfrm>
          <a:off x="0" y="0"/>
          <a:ext cx="12192000" cy="756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Image" r:id="rId3" imgW="17663400" imgH="14628240" progId="Photoshop.Image.13">
                  <p:embed/>
                </p:oleObj>
              </mc:Choice>
              <mc:Fallback>
                <p:oleObj name="Image" r:id="rId3" imgW="17663400" imgH="14628240" progId="Photoshop.Image.13">
                  <p:embed/>
                  <p:pic>
                    <p:nvPicPr>
                      <p:cNvPr id="8" name="物件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7566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34</a:t>
            </a:fld>
            <a:endParaRPr lang="zh-TW" altLang="en-US"/>
          </a:p>
        </p:txBody>
      </p:sp>
      <p:sp>
        <p:nvSpPr>
          <p:cNvPr id="5" name="Google Shape;257;p24"/>
          <p:cNvSpPr txBox="1"/>
          <p:nvPr/>
        </p:nvSpPr>
        <p:spPr>
          <a:xfrm>
            <a:off x="2362200" y="3047819"/>
            <a:ext cx="8039100" cy="219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9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案例學習時間</a:t>
            </a:r>
            <a:endParaRPr sz="96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Google Shape;257;p24"/>
          <p:cNvSpPr txBox="1"/>
          <p:nvPr/>
        </p:nvSpPr>
        <p:spPr>
          <a:xfrm>
            <a:off x="4356100" y="1585813"/>
            <a:ext cx="8039100" cy="219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9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</a:t>
            </a:r>
            <a:endParaRPr sz="96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412765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Google Shape;264;p25"/>
          <p:cNvSpPr/>
          <p:nvPr/>
        </p:nvSpPr>
        <p:spPr>
          <a:xfrm>
            <a:off x="5" y="350842"/>
            <a:ext cx="5599367" cy="5292979"/>
          </a:xfrm>
          <a:custGeom>
            <a:avLst/>
            <a:gdLst/>
            <a:ahLst/>
            <a:cxnLst/>
            <a:rect l="l" t="t" r="r" b="b"/>
            <a:pathLst>
              <a:path w="5599367" h="5292979" extrusionOk="0">
                <a:moveTo>
                  <a:pt x="5475224" y="0"/>
                </a:moveTo>
                <a:lnTo>
                  <a:pt x="0" y="0"/>
                </a:lnTo>
                <a:lnTo>
                  <a:pt x="0" y="5292979"/>
                </a:lnTo>
                <a:lnTo>
                  <a:pt x="825265" y="5272114"/>
                </a:lnTo>
                <a:lnTo>
                  <a:pt x="1568533" y="5202108"/>
                </a:lnTo>
                <a:lnTo>
                  <a:pt x="2233795" y="5086874"/>
                </a:lnTo>
                <a:lnTo>
                  <a:pt x="2825040" y="4930326"/>
                </a:lnTo>
                <a:lnTo>
                  <a:pt x="3346261" y="4736377"/>
                </a:lnTo>
                <a:lnTo>
                  <a:pt x="3801447" y="4508940"/>
                </a:lnTo>
                <a:lnTo>
                  <a:pt x="4194590" y="4251928"/>
                </a:lnTo>
                <a:lnTo>
                  <a:pt x="4529679" y="3969254"/>
                </a:lnTo>
                <a:lnTo>
                  <a:pt x="4810706" y="3664833"/>
                </a:lnTo>
                <a:lnTo>
                  <a:pt x="5041661" y="3342576"/>
                </a:lnTo>
                <a:lnTo>
                  <a:pt x="5226536" y="3006398"/>
                </a:lnTo>
                <a:lnTo>
                  <a:pt x="5369320" y="2660211"/>
                </a:lnTo>
                <a:lnTo>
                  <a:pt x="5474004" y="2307928"/>
                </a:lnTo>
                <a:lnTo>
                  <a:pt x="5544580" y="1953464"/>
                </a:lnTo>
                <a:lnTo>
                  <a:pt x="5585037" y="1600731"/>
                </a:lnTo>
                <a:lnTo>
                  <a:pt x="5599367" y="1253643"/>
                </a:lnTo>
                <a:lnTo>
                  <a:pt x="5591559" y="916112"/>
                </a:lnTo>
                <a:lnTo>
                  <a:pt x="5565606" y="592053"/>
                </a:lnTo>
                <a:lnTo>
                  <a:pt x="5525497" y="285377"/>
                </a:lnTo>
                <a:lnTo>
                  <a:pt x="5475224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2" name="Google Shape;265;p25"/>
          <p:cNvSpPr/>
          <p:nvPr/>
        </p:nvSpPr>
        <p:spPr>
          <a:xfrm>
            <a:off x="5" y="350837"/>
            <a:ext cx="5228843" cy="52867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3" name="Google Shape;266;p25"/>
          <p:cNvSpPr txBox="1"/>
          <p:nvPr/>
        </p:nvSpPr>
        <p:spPr>
          <a:xfrm>
            <a:off x="5144882" y="3590484"/>
            <a:ext cx="6566053" cy="1960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66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特殊牌組合說明</a:t>
            </a:r>
            <a:endParaRPr lang="en-US" altLang="zh-TW" sz="66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任何問牌有特殊牌卡，必看特殊意義</a:t>
            </a:r>
            <a:endParaRPr lang="en-US" altLang="zh-TW" sz="28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8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破</a:t>
            </a:r>
            <a:r>
              <a:rPr lang="zh-TW" altLang="en-US" sz="2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解要擔心，不破解要小心</a:t>
            </a:r>
            <a:endParaRPr sz="2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543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21873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8769" name="Google Shape;274;p26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36</a:t>
            </a:fld>
            <a:endParaRPr lang="zh-TW" altLang="en-US"/>
          </a:p>
        </p:txBody>
      </p:sp>
      <p:sp>
        <p:nvSpPr>
          <p:cNvPr id="7" name="Google Shape;272;p26"/>
          <p:cNvSpPr txBox="1"/>
          <p:nvPr/>
        </p:nvSpPr>
        <p:spPr>
          <a:xfrm>
            <a:off x="2410205" y="567874"/>
            <a:ext cx="11445411" cy="167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 </a:t>
            </a:r>
            <a:r>
              <a:rPr lang="en-US" altLang="zh-TW" sz="32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5 5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8 8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10 10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，開高走低</a:t>
            </a:r>
          </a:p>
          <a:p>
            <a:pPr marL="12700"/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</a:t>
            </a:r>
            <a:r>
              <a:rPr lang="zh-TW" altLang="en-US" sz="32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5 5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8 8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10 10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</a:t>
            </a:r>
            <a:r>
              <a:rPr lang="en-US" altLang="zh-TW" sz="32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</a:t>
            </a:r>
            <a:r>
              <a:rPr lang="en-US" altLang="zh-TW" sz="32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</a:t>
            </a:r>
            <a:r>
              <a:rPr lang="en-US" altLang="zh-TW" sz="3200" b="1" dirty="0" err="1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32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，喜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憂參半</a:t>
            </a:r>
          </a:p>
          <a:p>
            <a:pPr marL="12700"/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</a:t>
            </a:r>
            <a:r>
              <a:rPr lang="zh-TW" altLang="en-US" sz="32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</a:t>
            </a:r>
            <a:r>
              <a:rPr lang="en-US" altLang="zh-TW" sz="32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</a:t>
            </a:r>
            <a:r>
              <a:rPr lang="en-US" altLang="zh-TW" sz="32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</a:t>
            </a:r>
            <a:r>
              <a:rPr lang="en-US" altLang="zh-TW" sz="32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</a:t>
            </a:r>
            <a:r>
              <a:rPr lang="en-US" altLang="zh-TW" sz="3200" b="1" dirty="0" err="1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，紛爭不斷</a:t>
            </a:r>
            <a:endParaRPr lang="en-US" altLang="zh-TW" sz="3200" b="1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Google Shape;272;p26"/>
          <p:cNvSpPr txBox="1"/>
          <p:nvPr/>
        </p:nvSpPr>
        <p:spPr>
          <a:xfrm>
            <a:off x="498441" y="2600413"/>
            <a:ext cx="13157241" cy="596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5 5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8 8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10 10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，開高走低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如果黑梅出現在後，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黑梅在第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這些組合無論任何事情，</a:t>
            </a:r>
            <a:r>
              <a:rPr lang="zh-TW" altLang="zh-TW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有開高走低的意味</a:t>
            </a:r>
            <a:r>
              <a:rPr lang="zh-TW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好或不好的問題中，意味都偏向於局勢即將走下坡</a:t>
            </a:r>
          </a:p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5 5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8 8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10 10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喜憂參半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不論花色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，在身體健康問題中出現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 Good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，已亮紅燈如果問題為愛情之類</a:t>
            </a:r>
            <a:r>
              <a:rPr lang="zh-TW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有“雙”的意思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喜憂參半的意思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若合作不歡而散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舉例說明，我會有姻緣嗎？</a:t>
            </a:r>
          </a:p>
          <a:p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結論是百分之百，而且是二度姻緣。他愛我嗎？答案是愛，但對方愛的不只你一個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身體好嗎一半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工作好嗎沒有專注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愛我嗎還有別人喔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10 10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zh-TW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紛爭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不斷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400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不論</a:t>
            </a:r>
            <a:r>
              <a:rPr lang="zh-TW" altLang="zh-TW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花色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，在任何有關合作的問題中，代表因意見相斥而造成紛爭不斷</a:t>
            </a:r>
            <a:r>
              <a:rPr lang="zh-TW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合作中會有些紛爭糾紛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同性相斥就是這個</a:t>
            </a:r>
            <a:r>
              <a:rPr lang="zh-TW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道理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000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合作好嗎有上面四組等於不歡而散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7158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Google Shape;279;p27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73" name="Google Shape;280;p27"/>
          <p:cNvSpPr txBox="1"/>
          <p:nvPr/>
        </p:nvSpPr>
        <p:spPr>
          <a:xfrm>
            <a:off x="8349208" y="1090489"/>
            <a:ext cx="3842791" cy="565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</a:t>
            </a:r>
            <a:r>
              <a:rPr lang="en-US" altLang="zh-TW" sz="72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5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zh-TW" altLang="en-US" sz="5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鬼合</a:t>
            </a:r>
            <a:endParaRPr lang="en-US" altLang="zh-TW" sz="5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逢凶化吉或雪上加霜</a:t>
            </a:r>
            <a:endParaRPr sz="32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4" name="Google Shape;281;p27"/>
          <p:cNvSpPr txBox="1"/>
          <p:nvPr/>
        </p:nvSpPr>
        <p:spPr>
          <a:xfrm>
            <a:off x="425200" y="2214884"/>
            <a:ext cx="8688655" cy="2071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2 2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出現，只要黑梅不是出現在後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這組牌稱之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為“雙鬼合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 能逢凶化吉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在是否達成某目標問題中代表獲得強大助力，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所以事情將會有好轉的趨勢，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5" name="Google Shape;282;p27"/>
          <p:cNvSpPr txBox="1"/>
          <p:nvPr/>
        </p:nvSpPr>
        <p:spPr>
          <a:xfrm>
            <a:off x="425200" y="4481320"/>
            <a:ext cx="11337377" cy="29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不過畢竟出現了兩張鬼惑，過程中難免紛爭不斷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，挫折綿綿，所以執行中務必如履薄冰小心謹慎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，步步為營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小心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處理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雖然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能獲強大助力也是需謹謹慎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如果黑梅出現在後，就表示事情的發展毫無轉圜之地，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有雪上加霜，難上加難的意思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黑梅第一張才是好牌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兩張都沒有黑梅都逢兇化吉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(2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梅在後無解雪上加霜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b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6" name="Google Shape;283;p27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00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Google Shape;288;p28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0" name="Google Shape;289;p28"/>
          <p:cNvSpPr txBox="1"/>
          <p:nvPr/>
        </p:nvSpPr>
        <p:spPr>
          <a:xfrm>
            <a:off x="8155346" y="608157"/>
            <a:ext cx="3931179" cy="125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3  J </a:t>
            </a:r>
            <a:r>
              <a:rPr lang="en-US" altLang="zh-TW" sz="72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endParaRPr lang="en-US" altLang="zh-TW" sz="7200" b="1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72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endParaRPr sz="4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1" name="Google Shape;290;p28"/>
          <p:cNvSpPr txBox="1"/>
          <p:nvPr/>
        </p:nvSpPr>
        <p:spPr>
          <a:xfrm>
            <a:off x="759853" y="2318832"/>
            <a:ext cx="7431109" cy="5041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或是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出現，不論花色若問性向則代表對方是同性戀，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假使翻出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則需要再翻第三張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倘若又翻出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，結果也是肯定的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2" name="Google Shape;291;p28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38</a:t>
            </a:fld>
            <a:endParaRPr lang="zh-TW" altLang="en-US"/>
          </a:p>
        </p:txBody>
      </p:sp>
      <p:sp>
        <p:nvSpPr>
          <p:cNvPr id="7" name="Google Shape;281;p27"/>
          <p:cNvSpPr txBox="1"/>
          <p:nvPr/>
        </p:nvSpPr>
        <p:spPr>
          <a:xfrm>
            <a:off x="759853" y="2206128"/>
            <a:ext cx="8688655" cy="526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兩個想法兩個內在（兩個人）</a:t>
            </a:r>
          </a:p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會有兩個個解釋</a:t>
            </a: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理性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是懂規劃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部分</a:t>
            </a: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感性是一廂情願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部分</a:t>
            </a:r>
          </a:p>
          <a:p>
            <a:pPr marL="12700" marR="12700"/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JJ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感情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有雙的意思或姻緣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度</a:t>
            </a: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合作有紛爭的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意思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0432" y="1777858"/>
            <a:ext cx="3426575" cy="1487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/>
            <a:r>
              <a:rPr lang="zh-TW" altLang="en-US" sz="4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同性戀</a:t>
            </a:r>
            <a:endParaRPr lang="zh-TW" altLang="en-US" sz="72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4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理性</a:t>
            </a:r>
            <a:r>
              <a:rPr lang="zh-TW" altLang="en-US" sz="4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加感性</a:t>
            </a:r>
          </a:p>
        </p:txBody>
      </p:sp>
    </p:spTree>
    <p:extLst>
      <p:ext uri="{BB962C8B-B14F-4D97-AF65-F5344CB8AC3E}">
        <p14:creationId xmlns:p14="http://schemas.microsoft.com/office/powerpoint/2010/main" val="2739367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Google Shape;288;p28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0" name="Google Shape;289;p28"/>
          <p:cNvSpPr txBox="1"/>
          <p:nvPr/>
        </p:nvSpPr>
        <p:spPr>
          <a:xfrm>
            <a:off x="7910801" y="914504"/>
            <a:ext cx="4281199" cy="5582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</a:t>
            </a:r>
            <a:r>
              <a:rPr lang="en-US" altLang="zh-TW" sz="72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4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雙風疊</a:t>
            </a:r>
            <a:endParaRPr lang="en-US" altLang="zh-TW" sz="4400" b="1" dirty="0" smtClean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40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雨</a:t>
            </a:r>
            <a:r>
              <a:rPr lang="zh-TW" altLang="en-US" sz="36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過天晴或狂風暴雨</a:t>
            </a:r>
            <a:endParaRPr lang="zh-TW" altLang="en-US" sz="36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2" name="Google Shape;291;p28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39</a:t>
            </a:fld>
            <a:endParaRPr lang="zh-TW" altLang="en-US"/>
          </a:p>
        </p:txBody>
      </p:sp>
      <p:sp>
        <p:nvSpPr>
          <p:cNvPr id="7" name="Google Shape;298;p29"/>
          <p:cNvSpPr txBox="1"/>
          <p:nvPr/>
        </p:nvSpPr>
        <p:spPr>
          <a:xfrm>
            <a:off x="634994" y="2569786"/>
            <a:ext cx="7958167" cy="269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4 4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，只要黑梅不是出現在後，</a:t>
            </a:r>
            <a:endParaRPr lang="en-US" altLang="zh-TW" sz="3200" b="1" u="sng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則稱為 “雙風疊”，意味著塵埃落定，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在是否能達成某目標的問題中，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代表事情將會雨過天晴，將有明朗的發展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Google Shape;299;p29"/>
          <p:cNvSpPr txBox="1"/>
          <p:nvPr/>
        </p:nvSpPr>
        <p:spPr>
          <a:xfrm>
            <a:off x="703585" y="5439432"/>
            <a:ext cx="8991263" cy="116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00099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黑梅在後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，將會形成狂風驟雨，超級不妙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0009534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Google Shape;305;p30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93" name="Google Shape;306;p30"/>
          <p:cNvSpPr txBox="1"/>
          <p:nvPr/>
        </p:nvSpPr>
        <p:spPr>
          <a:xfrm>
            <a:off x="8718506" y="324969"/>
            <a:ext cx="2391507" cy="2259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46	</a:t>
            </a:r>
            <a:r>
              <a:rPr lang="zh-TW" altLang="en-US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lang="en-US" altLang="zh-TW" sz="7200" b="1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64</a:t>
            </a:r>
          </a:p>
          <a:p>
            <a:pPr marL="12700"/>
            <a:endParaRPr sz="7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94" name="Google Shape;307;p30"/>
          <p:cNvSpPr txBox="1"/>
          <p:nvPr/>
        </p:nvSpPr>
        <p:spPr>
          <a:xfrm>
            <a:off x="703584" y="2130347"/>
            <a:ext cx="7250599" cy="270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altLang="en-US" sz="4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</a:t>
            </a:r>
            <a:endParaRPr lang="en-US" altLang="zh-TW" sz="4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在身體或愛情的問題中出現，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代表身體已亮紅燈及產生了分手的徵兆，簡單來說，就是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Good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95" name="Google Shape;308;p30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40</a:t>
            </a:fld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8778240" y="2318833"/>
            <a:ext cx="320944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/>
            <a:r>
              <a:rPr lang="en-US" altLang="zh-TW" sz="40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Good</a:t>
            </a:r>
          </a:p>
          <a:p>
            <a:pPr marL="12700"/>
            <a:r>
              <a:rPr lang="zh-TW" altLang="en-US" sz="40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分手的徵兆</a:t>
            </a:r>
            <a:endParaRPr lang="en-US" altLang="zh-TW" sz="40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212064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Google Shape;322;p32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06" name="Google Shape;323;p32"/>
          <p:cNvSpPr txBox="1"/>
          <p:nvPr/>
        </p:nvSpPr>
        <p:spPr>
          <a:xfrm>
            <a:off x="8778240" y="510530"/>
            <a:ext cx="2874663" cy="272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35"/>
            <a:r>
              <a:rPr lang="en-US" altLang="zh-TW" sz="4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55	</a:t>
            </a:r>
            <a:r>
              <a:rPr lang="zh-TW" altLang="en-US" sz="4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</a:t>
            </a:r>
            <a:endParaRPr lang="en-US" altLang="zh-TW" sz="4800" b="1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635"/>
            <a:r>
              <a:rPr lang="en-US" altLang="zh-TW" sz="4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88</a:t>
            </a:r>
            <a:endParaRPr sz="4800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lnSpc>
                <a:spcPct val="119090"/>
              </a:lnSpc>
              <a:spcBef>
                <a:spcPts val="120"/>
              </a:spcBef>
            </a:pPr>
            <a:r>
              <a:rPr lang="en-US" altLang="zh-TW" sz="4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1010</a:t>
            </a:r>
          </a:p>
          <a:p>
            <a:pPr>
              <a:lnSpc>
                <a:spcPct val="119090"/>
              </a:lnSpc>
              <a:spcBef>
                <a:spcPts val="120"/>
              </a:spcBef>
            </a:pPr>
            <a:r>
              <a:rPr lang="zh-TW" altLang="en-US" sz="4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喜憂參半</a:t>
            </a:r>
            <a:r>
              <a:rPr lang="en-US" altLang="zh-TW" sz="4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  <a:endParaRPr sz="4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7" name="Google Shape;324;p32"/>
          <p:cNvSpPr txBox="1"/>
          <p:nvPr/>
        </p:nvSpPr>
        <p:spPr>
          <a:xfrm>
            <a:off x="10744334" y="350842"/>
            <a:ext cx="2779630" cy="20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04"/>
              </a:lnSpc>
            </a:pPr>
            <a:r>
              <a:rPr lang="en-US" altLang="zh-TW" sz="4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JJ</a:t>
            </a:r>
            <a:endParaRPr lang="en-US" altLang="zh-TW" sz="4800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204"/>
              </a:lnSpc>
            </a:pPr>
            <a:r>
              <a:rPr lang="en-US" altLang="zh-TW" sz="4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QQ	</a:t>
            </a:r>
          </a:p>
          <a:p>
            <a:pPr marL="12700">
              <a:lnSpc>
                <a:spcPct val="119204"/>
              </a:lnSpc>
            </a:pPr>
            <a:r>
              <a:rPr lang="en-US" altLang="zh-TW" sz="4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KK</a:t>
            </a:r>
            <a:endParaRPr sz="4800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8" name="Google Shape;325;p32"/>
          <p:cNvSpPr txBox="1"/>
          <p:nvPr/>
        </p:nvSpPr>
        <p:spPr>
          <a:xfrm>
            <a:off x="337278" y="2291865"/>
            <a:ext cx="8773953" cy="4944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5 5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8 8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10 10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K,</a:t>
            </a: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 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在身體健康問題中出現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Good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，已亮紅燈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在愛情感情婚姻問題中則有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“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的意思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喜憂參半的意思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合作不歡而散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59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5729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舉例說明，我會有姻緣嗎？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5729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結論是百分之百，而且是二度姻緣。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5729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他愛我嗎？答案是愛，但對方愛的不只你一個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5729"/>
            <a:r>
              <a:rPr 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身體好嗎一半</a:t>
            </a:r>
            <a:r>
              <a:rPr 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工作好嗎沒有專注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愛我嗎還有別人喔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9" name="Google Shape;326;p32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41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655FB57-60CB-6263-F165-37FB0BC7AD0A}"/>
              </a:ext>
            </a:extLst>
          </p:cNvPr>
          <p:cNvSpPr txBox="1"/>
          <p:nvPr/>
        </p:nvSpPr>
        <p:spPr>
          <a:xfrm>
            <a:off x="9835064" y="3661924"/>
            <a:ext cx="1378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雙的意思</a:t>
            </a:r>
          </a:p>
        </p:txBody>
      </p:sp>
    </p:spTree>
    <p:extLst>
      <p:ext uri="{BB962C8B-B14F-4D97-AF65-F5344CB8AC3E}">
        <p14:creationId xmlns:p14="http://schemas.microsoft.com/office/powerpoint/2010/main" val="201868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Google Shape;313;p31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99" name="Google Shape;314;p31"/>
          <p:cNvSpPr txBox="1"/>
          <p:nvPr/>
        </p:nvSpPr>
        <p:spPr>
          <a:xfrm>
            <a:off x="8502946" y="551438"/>
            <a:ext cx="3782014" cy="3584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6 6</a:t>
            </a:r>
          </a:p>
          <a:p>
            <a:pPr marL="12700"/>
            <a:r>
              <a:rPr lang="zh-TW" altLang="en-US" sz="4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大吉大利</a:t>
            </a:r>
            <a:endParaRPr lang="en-US" altLang="zh-TW" sz="48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4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無解死結</a:t>
            </a:r>
            <a:endParaRPr sz="4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0" name="Google Shape;315;p31"/>
          <p:cNvSpPr txBox="1"/>
          <p:nvPr/>
        </p:nvSpPr>
        <p:spPr>
          <a:xfrm>
            <a:off x="703585" y="3407276"/>
            <a:ext cx="7696837" cy="13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6 6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，只要黑梅不出現在後，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不論問題， 此為大吉大利之卦凡事過關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1" name="Google Shape;316;p31"/>
          <p:cNvSpPr txBox="1"/>
          <p:nvPr/>
        </p:nvSpPr>
        <p:spPr>
          <a:xfrm>
            <a:off x="703586" y="5040230"/>
            <a:ext cx="11488419" cy="86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若黑梅在後，將變成無解的死結，非常的不妙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都黑梅在後都不妙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2" name="Google Shape;317;p31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68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Google Shape;334;p33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43</a:t>
            </a:fld>
            <a:endParaRPr lang="zh-TW" altLang="en-US"/>
          </a:p>
        </p:txBody>
      </p:sp>
      <p:sp>
        <p:nvSpPr>
          <p:cNvPr id="11" name="Google Shape;339;p34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31;p33"/>
          <p:cNvSpPr txBox="1"/>
          <p:nvPr/>
        </p:nvSpPr>
        <p:spPr>
          <a:xfrm>
            <a:off x="8778240" y="829228"/>
            <a:ext cx="3821528" cy="2707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7 7</a:t>
            </a:r>
          </a:p>
          <a:p>
            <a:pPr marL="12700"/>
            <a:r>
              <a:rPr lang="zh-TW" altLang="en-US" sz="72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身體</a:t>
            </a:r>
            <a:endParaRPr sz="72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" name="Google Shape;332;p33"/>
          <p:cNvSpPr txBox="1"/>
          <p:nvPr/>
        </p:nvSpPr>
        <p:spPr>
          <a:xfrm>
            <a:off x="664267" y="3082428"/>
            <a:ext cx="9170797" cy="354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107"/>
              </a:lnSpc>
            </a:pP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7 7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altLang="en-US" sz="32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論花色，若在身體的問題中出現，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</a:t>
            </a: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表要極度小心，是非常不妙的組合，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假使再翻一張牌</a:t>
            </a:r>
            <a:r>
              <a:rPr lang="zh-TW" altLang="zh-TW" sz="20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（身體健康可翻三張牌）</a:t>
            </a: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又出現7，則代表情況嚴重，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所謂神仙難救無命客，</a:t>
            </a:r>
            <a:r>
              <a:rPr lang="zh-TW" altLang="zh-TW" sz="20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（</a:t>
            </a:r>
            <a:r>
              <a:rPr lang="zh-TW" altLang="en-US" sz="18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不收費不擔業果快請神通神醫</a:t>
            </a:r>
            <a:r>
              <a:rPr lang="zh-TW" altLang="zh-TW" sz="18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endParaRPr lang="en-US" altLang="zh-TW" sz="18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出現6或4，也是非常不妙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7964750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Google Shape;339;p34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25" name="Google Shape;340;p34"/>
          <p:cNvSpPr txBox="1"/>
          <p:nvPr/>
        </p:nvSpPr>
        <p:spPr>
          <a:xfrm>
            <a:off x="10409753" y="350842"/>
            <a:ext cx="2090396" cy="255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120"/>
              </a:spcBef>
            </a:pPr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9Q</a:t>
            </a:r>
            <a:r>
              <a:rPr lang="zh-TW" altLang="en-US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</a:p>
          <a:p>
            <a:pPr>
              <a:spcBef>
                <a:spcPts val="120"/>
              </a:spcBef>
            </a:pPr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Q9</a:t>
            </a:r>
            <a:endParaRPr sz="7200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26" name="Google Shape;341;p34"/>
          <p:cNvSpPr txBox="1"/>
          <p:nvPr/>
        </p:nvSpPr>
        <p:spPr>
          <a:xfrm>
            <a:off x="683483" y="2900660"/>
            <a:ext cx="9917528" cy="3640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269113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9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，叫做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"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戰士執斧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"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6225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 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9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，為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"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皇后執斧“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62250" algn="just"/>
            <a:endParaRPr lang="en-US" altLang="zh-TW" sz="1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62250" algn="just"/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</a:t>
            </a:r>
            <a:r>
              <a:rPr lang="en-US" alt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zh-TW" altLang="en-US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就不能說戰士配國王皇后</a:t>
            </a:r>
            <a:endParaRPr lang="en-US" altLang="zh-TW" sz="1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62250" algn="just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這些排組象徵著優越的能力與執行力，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在是否能達成某目標的問題中，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代表無堅不摧，過關斬將，凡事都能迎刃而解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該不該嫁後面不可有黑梅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適合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27" name="Google Shape;342;p34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44</a:t>
            </a:fld>
            <a:endParaRPr lang="zh-TW" altLang="en-US"/>
          </a:p>
        </p:txBody>
      </p:sp>
      <p:sp>
        <p:nvSpPr>
          <p:cNvPr id="7" name="Google Shape;340;p34"/>
          <p:cNvSpPr txBox="1"/>
          <p:nvPr/>
        </p:nvSpPr>
        <p:spPr>
          <a:xfrm>
            <a:off x="8916698" y="410988"/>
            <a:ext cx="3975338" cy="3666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9J</a:t>
            </a:r>
            <a:r>
              <a:rPr lang="zh-TW" altLang="en-US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</a:p>
          <a:p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J9</a:t>
            </a:r>
          </a:p>
          <a:p>
            <a:r>
              <a:rPr lang="zh-TW" altLang="en-US" sz="4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過關斬將</a:t>
            </a:r>
            <a:endParaRPr sz="4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245" y="4077345"/>
            <a:ext cx="438910" cy="41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782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Google Shape;355;p36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37" name="Google Shape;356;p36"/>
          <p:cNvSpPr txBox="1"/>
          <p:nvPr/>
        </p:nvSpPr>
        <p:spPr>
          <a:xfrm>
            <a:off x="7881256" y="732852"/>
            <a:ext cx="4310743" cy="177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JQ</a:t>
            </a:r>
            <a:r>
              <a:rPr lang="zh-TW" altLang="en-US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QJ</a:t>
            </a:r>
            <a:endParaRPr lang="en-US" altLang="zh-TW" sz="7200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4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圓滿順利過關</a:t>
            </a:r>
            <a:endParaRPr lang="en-US" altLang="zh-TW" sz="48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38" name="Google Shape;357;p36"/>
          <p:cNvSpPr txBox="1"/>
          <p:nvPr/>
        </p:nvSpPr>
        <p:spPr>
          <a:xfrm>
            <a:off x="703579" y="2020383"/>
            <a:ext cx="11488419" cy="527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6256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，皇后配武士，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完美搭檔的一個組合，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在事業與期許類的問題中，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意味著順利過關，心想事成，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任何有關合作的事宜，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當然是非常的圓滿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00099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在所有事情中的問題，這樣的牌組代表幸福與美滿</a:t>
            </a:r>
            <a:endParaRPr lang="zh-TW" alt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>
              <a:lnSpc>
                <a:spcPct val="100099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只要不是黑梅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J)(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會有破壞的意味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>
              <a:lnSpc>
                <a:spcPct val="100099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這樣的牌組代表幸福與美滿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0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39" name="Google Shape;358;p36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3579" y="6514338"/>
            <a:ext cx="899307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43255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K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和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，國王配武士，也有相同的意味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643255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我讓兒子當任公司的執行長好嗎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)(JQ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QK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JK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KJ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凡事很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OK)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45896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Google Shape;363;p37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43" name="Google Shape;364;p37"/>
          <p:cNvSpPr txBox="1"/>
          <p:nvPr/>
        </p:nvSpPr>
        <p:spPr>
          <a:xfrm>
            <a:off x="8073986" y="803512"/>
            <a:ext cx="3192569" cy="206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QK </a:t>
            </a:r>
            <a:r>
              <a:rPr lang="zh-TW" altLang="en-US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7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KQ</a:t>
            </a:r>
          </a:p>
          <a:p>
            <a:pPr marL="12700"/>
            <a:r>
              <a:rPr lang="zh-TW" altLang="en-US" sz="4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心想事成</a:t>
            </a:r>
            <a:endParaRPr sz="4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44" name="Google Shape;365;p37"/>
          <p:cNvSpPr txBox="1">
            <a:spLocks noGrp="1"/>
          </p:cNvSpPr>
          <p:nvPr>
            <p:ph type="body" idx="1"/>
          </p:nvPr>
        </p:nvSpPr>
        <p:spPr>
          <a:xfrm>
            <a:off x="532763" y="3318392"/>
            <a:ext cx="9740409" cy="3901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Q K</a:t>
            </a: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K Q</a:t>
            </a: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，天造地設的一個組合，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在事業與期許的問題中，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意味著順利過關及心想事成， 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任何有關合作的事宜中也是非常的圓滿如意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在愛情的問題中則是幸福美滿的象徵</a:t>
            </a:r>
            <a:endParaRPr sz="3200"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45" name="Google Shape;366;p37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8120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Google Shape;347;p35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31" name="Google Shape;348;p35"/>
          <p:cNvSpPr txBox="1"/>
          <p:nvPr/>
        </p:nvSpPr>
        <p:spPr>
          <a:xfrm>
            <a:off x="8299866" y="392095"/>
            <a:ext cx="1949454" cy="97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6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1010</a:t>
            </a:r>
          </a:p>
          <a:p>
            <a:pPr marL="12700"/>
            <a:endParaRPr lang="en-US" altLang="zh-TW" sz="44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lang="zh-TW" altLang="en-US" sz="4400" b="1" dirty="0"/>
          </a:p>
          <a:p>
            <a:pPr marL="12700"/>
            <a:endParaRPr lang="en-US" altLang="zh-TW" sz="44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32" name="Google Shape;349;p35"/>
          <p:cNvSpPr txBox="1"/>
          <p:nvPr/>
        </p:nvSpPr>
        <p:spPr>
          <a:xfrm>
            <a:off x="703580" y="3773524"/>
            <a:ext cx="7416550" cy="28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10 10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K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不論花色，在任何有關合作的問題中，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代表因意見相斥而造成紛爭不斷不歡而散</a:t>
            </a:r>
            <a:endParaRPr lang="en-US" altLang="zh-TW" sz="3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合作中會有些紛爭糾紛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同性相斥是這個道理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跟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000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合作好嗎也有上面四組等於不歡而散</a:t>
            </a:r>
            <a:r>
              <a:rPr 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33" name="Google Shape;350;p35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47</a:t>
            </a:fld>
            <a:endParaRPr lang="zh-TW" altLang="en-US"/>
          </a:p>
        </p:txBody>
      </p:sp>
      <p:sp>
        <p:nvSpPr>
          <p:cNvPr id="7" name="Google Shape;348;p35"/>
          <p:cNvSpPr txBox="1"/>
          <p:nvPr/>
        </p:nvSpPr>
        <p:spPr>
          <a:xfrm>
            <a:off x="10616343" y="343130"/>
            <a:ext cx="3472862" cy="279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6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JJ</a:t>
            </a:r>
            <a:endParaRPr lang="en-US" altLang="zh-TW" sz="6000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6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QQ	</a:t>
            </a:r>
          </a:p>
          <a:p>
            <a:pPr marL="12700"/>
            <a:r>
              <a:rPr lang="en-US" altLang="zh-TW" sz="6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KK</a:t>
            </a:r>
            <a:endParaRPr sz="6000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Google Shape;348;p35"/>
          <p:cNvSpPr txBox="1"/>
          <p:nvPr/>
        </p:nvSpPr>
        <p:spPr>
          <a:xfrm>
            <a:off x="8570352" y="2931716"/>
            <a:ext cx="4336504" cy="279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endParaRPr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70352" y="2293989"/>
            <a:ext cx="575827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000" b="1" dirty="0" smtClean="0"/>
              <a:t>合作</a:t>
            </a:r>
            <a:endParaRPr lang="en-US" altLang="zh-TW" sz="4000" b="1" dirty="0" smtClean="0"/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紛爭 </a:t>
            </a:r>
            <a:r>
              <a:rPr lang="zh-TW" altLang="en-US" sz="40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不歡而散</a:t>
            </a:r>
            <a:r>
              <a:rPr lang="en-US" altLang="zh-TW" sz="40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</a:p>
          <a:p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55380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Google Shape;371;p38"/>
          <p:cNvSpPr txBox="1"/>
          <p:nvPr/>
        </p:nvSpPr>
        <p:spPr>
          <a:xfrm>
            <a:off x="312903" y="159476"/>
            <a:ext cx="50673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3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</a:t>
            </a:r>
            <a:r>
              <a:rPr lang="zh-TW" altLang="en-US" sz="36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間計算規則</a:t>
            </a:r>
            <a:r>
              <a:rPr lang="en-US" altLang="zh-TW" sz="36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6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不看花色</a:t>
            </a:r>
            <a:r>
              <a:rPr lang="en-US" altLang="zh-TW" sz="36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44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49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50" name="Google Shape;373;p38"/>
          <p:cNvSpPr txBox="1"/>
          <p:nvPr/>
        </p:nvSpPr>
        <p:spPr>
          <a:xfrm>
            <a:off x="837086" y="1017083"/>
            <a:ext cx="12812817" cy="633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64260"/>
            <a:r>
              <a:rPr lang="zh-TW" altLang="en-US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規則：交給自己決定  自己設定時間</a:t>
            </a:r>
            <a:r>
              <a:rPr lang="en-US" altLang="zh-TW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2~6</a:t>
            </a:r>
            <a:r>
              <a:rPr lang="zh-TW" altLang="en-US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張牌不看</a:t>
            </a:r>
            <a:r>
              <a:rPr lang="en-US" altLang="zh-TW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AJQK</a:t>
            </a:r>
          </a:p>
          <a:p>
            <a:pPr marL="1064260"/>
            <a:r>
              <a:rPr lang="zh-TW" altLang="en-US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交給高我決定抽</a:t>
            </a:r>
            <a:r>
              <a:rPr lang="en-US" altLang="zh-TW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張牌來做運算</a:t>
            </a:r>
            <a:r>
              <a:rPr lang="en-US" altLang="zh-TW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是高我來指引</a:t>
            </a:r>
            <a:r>
              <a:rPr lang="en-US" altLang="zh-TW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78"/>
              </a:spcBef>
            </a:pPr>
            <a:endParaRPr lang="zh-TW" altLang="en-US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一、取數：第一、三張牌相減，第二、四張牌相加，</a:t>
            </a:r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為負</a:t>
            </a:r>
            <a:r>
              <a:rPr lang="en-US" altLang="zh-TW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2-8=6</a:t>
            </a:r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是</a:t>
            </a:r>
            <a:r>
              <a:rPr lang="en-US" altLang="zh-TW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</a:t>
            </a:r>
            <a:r>
              <a:rPr lang="en-US" altLang="zh-TW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 </a:t>
            </a:r>
            <a:r>
              <a:rPr lang="en-US" altLang="zh-TW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規則</a:t>
            </a:r>
            <a:endParaRPr lang="zh-TW" altLang="en-US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791335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各取其個位數來使用（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A=1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J=11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Q=12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K=13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endParaRPr lang="zh-TW" altLang="en-US"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二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、單位牌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en-US" altLang="zh-TW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r>
              <a:rPr lang="en-US" altLang="zh-TW" sz="4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其中出現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則以“</a:t>
            </a:r>
            <a:r>
              <a:rPr lang="zh-TW" altLang="en-US" sz="3200" b="1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”為單位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146300"/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其中出現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則以“</a:t>
            </a:r>
            <a:r>
              <a:rPr lang="zh-TW" altLang="en-US" sz="3200" b="1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週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”為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單位</a:t>
            </a:r>
            <a:endParaRPr lang="en-US" altLang="zh-TW"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1463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4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其中出現</a:t>
            </a:r>
            <a:r>
              <a:rPr lang="en-US" altLang="zh-TW" sz="32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則以“</a:t>
            </a:r>
            <a:r>
              <a:rPr lang="zh-TW" altLang="en-US" sz="3200" b="1" dirty="0" smtClean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月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”為單位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1463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其中出現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則以“</a:t>
            </a:r>
            <a:r>
              <a:rPr lang="zh-TW" altLang="en-US" sz="3200" b="1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年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”為單位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三、單位的定位：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：先出先贏：若同時出現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，以先出現的為主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：少數服從多數：若同時出現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張以上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，則以多數的為主</a:t>
            </a:r>
            <a:endParaRPr lang="en-US" altLang="zh-TW" sz="2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: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計算單位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:J1</a:t>
            </a:r>
            <a:r>
              <a:rPr lang="en-US" altLang="zh-TW" sz="28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Q1</a:t>
            </a:r>
            <a:r>
              <a:rPr lang="en-US" altLang="zh-TW" sz="28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K1</a:t>
            </a:r>
            <a:r>
              <a:rPr lang="en-US" altLang="zh-TW" sz="28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取個位數</a:t>
            </a:r>
            <a:endParaRPr lang="en-US" altLang="zh-TW" sz="2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: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案例說明何時出國、何時買房、何時結婚、何時會還錢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…..?</a:t>
            </a:r>
            <a:endParaRPr sz="2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>
          <a:xfrm>
            <a:off x="8778240" y="6598698"/>
            <a:ext cx="2804160" cy="377984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48</a:t>
            </a:fld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3569733" y="5273386"/>
            <a:ext cx="84681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沒出現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AJQK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時間可長可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短隨時隨地 不定數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牌決定權在</a:t>
            </a:r>
            <a:r>
              <a:rPr lang="zh-TW" altLang="en-US" sz="20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</a:t>
            </a:r>
            <a:r>
              <a:rPr lang="zh-TW" altLang="en-US" sz="2000" b="1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牌者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751302"/>
              </p:ext>
            </p:extLst>
          </p:nvPr>
        </p:nvGraphicFramePr>
        <p:xfrm>
          <a:off x="0" y="0"/>
          <a:ext cx="12192000" cy="756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Image" r:id="rId3" imgW="17663400" imgH="14628240" progId="Photoshop.Image.13">
                  <p:embed/>
                </p:oleObj>
              </mc:Choice>
              <mc:Fallback>
                <p:oleObj name="Image" r:id="rId3" imgW="17663400" imgH="14628240" progId="Photoshop.Image.13">
                  <p:embed/>
                  <p:pic>
                    <p:nvPicPr>
                      <p:cNvPr id="8" name="物件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7566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49</a:t>
            </a:fld>
            <a:endParaRPr lang="zh-TW" altLang="en-US"/>
          </a:p>
        </p:txBody>
      </p:sp>
      <p:sp>
        <p:nvSpPr>
          <p:cNvPr id="5" name="Google Shape;257;p24"/>
          <p:cNvSpPr txBox="1"/>
          <p:nvPr/>
        </p:nvSpPr>
        <p:spPr>
          <a:xfrm>
            <a:off x="2362200" y="3047819"/>
            <a:ext cx="8039100" cy="219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9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團體討論時間</a:t>
            </a:r>
            <a:endParaRPr sz="96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Google Shape;257;p24"/>
          <p:cNvSpPr txBox="1"/>
          <p:nvPr/>
        </p:nvSpPr>
        <p:spPr>
          <a:xfrm>
            <a:off x="4356100" y="1585813"/>
            <a:ext cx="8039100" cy="219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9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</a:t>
            </a:r>
            <a:endParaRPr sz="96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0840" y="4602595"/>
            <a:ext cx="4597400" cy="274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823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Google Shape;371;p38"/>
          <p:cNvSpPr txBox="1"/>
          <p:nvPr/>
        </p:nvSpPr>
        <p:spPr>
          <a:xfrm>
            <a:off x="930895" y="1351065"/>
            <a:ext cx="11167319" cy="7898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en-US" altLang="zh-TW" sz="20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好牌                </a:t>
            </a:r>
            <a:r>
              <a:rPr lang="en-US" altLang="zh-TW" sz="20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</a:t>
            </a:r>
            <a:r>
              <a:rPr lang="en-US" altLang="zh-TW" sz="2000" b="1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en-US" altLang="zh-TW" sz="20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en-US" altLang="zh-TW" sz="2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</a:t>
            </a: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不好牌        </a:t>
            </a:r>
            <a:r>
              <a:rPr lang="en-US" altLang="zh-TW" sz="20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</a:t>
            </a:r>
            <a:r>
              <a:rPr lang="en-US" altLang="zh-TW" sz="2000" b="1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+x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=x</a:t>
            </a: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好牌            </a:t>
            </a:r>
            <a:r>
              <a:rPr lang="en-US" altLang="zh-TW" sz="2000" b="1" dirty="0" err="1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</a:t>
            </a:r>
            <a:r>
              <a:rPr lang="en-US" altLang="zh-TW" sz="2000" b="1" dirty="0" err="1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+o</a:t>
            </a:r>
            <a:r>
              <a:rPr lang="en-US" altLang="zh-TW" sz="20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=o</a:t>
            </a: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不好牌    </a:t>
            </a:r>
            <a:r>
              <a:rPr lang="en-US" altLang="zh-TW" sz="2000" b="1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x+x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=x                     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人事時</a:t>
            </a:r>
            <a:r>
              <a:rPr lang="zh-TW" altLang="en-US" sz="20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地</a:t>
            </a:r>
            <a:r>
              <a:rPr lang="zh-TW" altLang="en-US" sz="2000" b="1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物問問題時要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詳細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要看過這個人才能掌運牌卡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要自己翻牌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增加財富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高我告訴我怎們做數目目標時間點都要出來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改善感情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我要怎們做請高我告訴我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是自己有要改變的心才問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夫妻關係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要兩人同時翻牌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生孩子，好嗎？會生嗎？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（是兩個人才能生啊，對方也要有這個心）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問醫生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門診的都可以問醫生緣可以問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問牌要專注有疑不問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(12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歲以上才能翻牌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掉牌不算牌要重新洗牌，再抽牌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介紹朋友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沒見面不能問因為沒有量子糾纏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問時間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自行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設定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 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 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交給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高我問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 3  4  6  7  8C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是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不確定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補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  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問的問題會解釋是神明牌或貴人牌</a:t>
            </a:r>
            <a:endParaRPr lang="zh-TW" altLang="en-US" sz="2000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49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50</a:t>
            </a:fld>
            <a:endParaRPr lang="zh-TW" altLang="en-US"/>
          </a:p>
        </p:txBody>
      </p:sp>
      <p:sp>
        <p:nvSpPr>
          <p:cNvPr id="7" name="Google Shape;371;p38"/>
          <p:cNvSpPr txBox="1"/>
          <p:nvPr/>
        </p:nvSpPr>
        <p:spPr>
          <a:xfrm>
            <a:off x="207264" y="138573"/>
            <a:ext cx="50673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問卡規則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橢圓 1"/>
          <p:cNvSpPr/>
          <p:nvPr/>
        </p:nvSpPr>
        <p:spPr>
          <a:xfrm>
            <a:off x="1828800" y="5727561"/>
            <a:ext cx="301451" cy="301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834932" y="5727560"/>
            <a:ext cx="301451" cy="301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1718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51</a:t>
            </a:fld>
            <a:endParaRPr lang="zh-TW" altLang="en-US"/>
          </a:p>
        </p:txBody>
      </p:sp>
      <p:sp>
        <p:nvSpPr>
          <p:cNvPr id="7" name="Google Shape;371;p38"/>
          <p:cNvSpPr txBox="1"/>
          <p:nvPr/>
        </p:nvSpPr>
        <p:spPr>
          <a:xfrm>
            <a:off x="207264" y="138573"/>
            <a:ext cx="50673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掌運卡備註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9CEB2D6-859F-9F7E-D08C-3CA70449DE66}"/>
              </a:ext>
            </a:extLst>
          </p:cNvPr>
          <p:cNvSpPr txBox="1"/>
          <p:nvPr/>
        </p:nvSpPr>
        <p:spPr>
          <a:xfrm>
            <a:off x="863599" y="1468394"/>
            <a:ext cx="1093316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/>
              <a:t>問磁場一定要</a:t>
            </a:r>
            <a:r>
              <a:rPr lang="en-US" altLang="zh-TW" sz="2000" b="1" dirty="0"/>
              <a:t>6</a:t>
            </a:r>
            <a:r>
              <a:rPr lang="zh-TW" altLang="en-US" sz="2000" b="1" dirty="0"/>
              <a:t>張牌</a:t>
            </a:r>
            <a:endParaRPr lang="en-US" altLang="zh-TW" sz="2000" b="1" dirty="0"/>
          </a:p>
          <a:p>
            <a:r>
              <a:rPr lang="zh-TW" altLang="en-US" sz="2000" b="1" dirty="0"/>
              <a:t>問健康要</a:t>
            </a:r>
            <a:r>
              <a:rPr lang="en-US" altLang="zh-TW" sz="2000" b="1" dirty="0"/>
              <a:t>3</a:t>
            </a:r>
            <a:r>
              <a:rPr lang="zh-TW" altLang="en-US" sz="2000" b="1" dirty="0"/>
              <a:t>張牌心態牌</a:t>
            </a:r>
            <a:r>
              <a:rPr lang="en-US" altLang="zh-TW" sz="2000" b="1" dirty="0"/>
              <a:t>3</a:t>
            </a:r>
            <a:r>
              <a:rPr lang="zh-TW" altLang="en-US" sz="2000" b="1" dirty="0"/>
              <a:t>張起跳</a:t>
            </a:r>
            <a:endParaRPr lang="en-US" altLang="zh-TW" sz="2000" b="1" dirty="0"/>
          </a:p>
          <a:p>
            <a:r>
              <a:rPr lang="zh-TW" altLang="en-US" sz="2000" b="1" dirty="0"/>
              <a:t>牌卡不可代替抽、不可助抽（會有因果）</a:t>
            </a:r>
            <a:endParaRPr lang="en-US" altLang="zh-TW" sz="2000" b="1" dirty="0"/>
          </a:p>
          <a:p>
            <a:r>
              <a:rPr lang="zh-TW" altLang="en-US" sz="2000" b="1" dirty="0"/>
              <a:t>因果業力會傷到，解牌後一定要放空，不參與對方的因果業</a:t>
            </a:r>
            <a:endParaRPr lang="en-US" altLang="zh-TW" sz="2000" b="1" dirty="0"/>
          </a:p>
          <a:p>
            <a:r>
              <a:rPr lang="zh-TW" altLang="en-US" sz="2000" b="1" dirty="0"/>
              <a:t>會掌運卡不是聽個案使喚的工作者</a:t>
            </a:r>
            <a:endParaRPr lang="en-US" altLang="zh-TW" sz="2000" b="1" dirty="0"/>
          </a:p>
          <a:p>
            <a:r>
              <a:rPr lang="zh-TW" altLang="en-US" sz="2000" b="1" dirty="0"/>
              <a:t>他好嗎 </a:t>
            </a:r>
            <a:r>
              <a:rPr lang="en-US" altLang="zh-TW" sz="2000" b="1" dirty="0"/>
              <a:t>=</a:t>
            </a:r>
            <a:r>
              <a:rPr lang="zh-TW" altLang="en-US" sz="2000" b="1" dirty="0"/>
              <a:t> 表示不是諮詢者在問</a:t>
            </a:r>
            <a:endParaRPr lang="en-US" altLang="zh-TW" sz="2000" b="1" dirty="0"/>
          </a:p>
          <a:p>
            <a:r>
              <a:rPr lang="zh-TW" altLang="en-US" sz="2000" b="1" dirty="0"/>
              <a:t>數字是確定的，花色是千變萬化的解釋</a:t>
            </a:r>
            <a:endParaRPr lang="en-US" altLang="zh-TW" sz="2000" b="1" dirty="0"/>
          </a:p>
          <a:p>
            <a:r>
              <a:rPr lang="zh-TW" altLang="en-US" sz="2000" b="1" dirty="0"/>
              <a:t>依照個案的問題要前或後解，是一門智慧</a:t>
            </a:r>
            <a:endParaRPr lang="en-US" altLang="zh-TW" sz="2000" b="1" dirty="0"/>
          </a:p>
          <a:p>
            <a:r>
              <a:rPr lang="zh-TW" altLang="en-US" sz="2000" b="1" dirty="0"/>
              <a:t>牌卡可以從前面解釋到後面，也可從</a:t>
            </a:r>
            <a:r>
              <a:rPr lang="zh-TW" altLang="en-US" sz="2000" b="1" dirty="0" smtClean="0"/>
              <a:t>後面解</a:t>
            </a:r>
            <a:r>
              <a:rPr lang="zh-TW" altLang="en-US" sz="2000" b="1" dirty="0"/>
              <a:t>到</a:t>
            </a:r>
            <a:r>
              <a:rPr lang="zh-TW" altLang="en-US" sz="2000" b="1" dirty="0" smtClean="0"/>
              <a:t>前面</a:t>
            </a:r>
            <a:endParaRPr lang="en-US" altLang="zh-TW" sz="2000" b="1" dirty="0"/>
          </a:p>
          <a:p>
            <a:r>
              <a:rPr lang="en-US" altLang="zh-TW" sz="2000" b="1" dirty="0"/>
              <a:t>1</a:t>
            </a:r>
            <a:r>
              <a:rPr lang="zh-TW" altLang="en-US" sz="2000" b="1" dirty="0"/>
              <a:t>至</a:t>
            </a:r>
            <a:r>
              <a:rPr lang="en-US" altLang="zh-TW" sz="2000" b="1" dirty="0"/>
              <a:t>13</a:t>
            </a:r>
            <a:r>
              <a:rPr lang="zh-TW" altLang="en-US" sz="2000" b="1" dirty="0"/>
              <a:t>的主題要背</a:t>
            </a:r>
            <a:endParaRPr lang="en-US" altLang="zh-TW" sz="2000" b="1" dirty="0"/>
          </a:p>
          <a:p>
            <a:r>
              <a:rPr lang="zh-TW" altLang="en-US" sz="2000" b="1" dirty="0"/>
              <a:t>特殊牌卡不用看</a:t>
            </a:r>
            <a:r>
              <a:rPr lang="zh-TW" altLang="en-US" sz="2000" b="1" dirty="0" smtClean="0"/>
              <a:t>花色</a:t>
            </a:r>
            <a:endParaRPr lang="en-US" altLang="zh-TW" sz="2000" b="1" dirty="0" smtClean="0"/>
          </a:p>
          <a:p>
            <a:r>
              <a:rPr lang="zh-TW" altLang="en-US" sz="2000" b="1" dirty="0" smtClean="0"/>
              <a:t>撲克牌</a:t>
            </a:r>
            <a:r>
              <a:rPr lang="zh-TW" altLang="en-US" sz="2000" b="1" dirty="0"/>
              <a:t>卡沒有個資，解牌者</a:t>
            </a:r>
            <a:r>
              <a:rPr lang="zh-TW" altLang="en-US" sz="2000" b="1" dirty="0" smtClean="0"/>
              <a:t>就事論事</a:t>
            </a:r>
            <a:endParaRPr lang="en-US" altLang="zh-TW" sz="2000" b="1" dirty="0" smtClean="0"/>
          </a:p>
          <a:p>
            <a:r>
              <a:rPr lang="zh-TW" altLang="en-US" sz="2000" b="1" dirty="0" smtClean="0"/>
              <a:t>你</a:t>
            </a:r>
            <a:r>
              <a:rPr lang="zh-TW" altLang="en-US" sz="2000" b="1" dirty="0"/>
              <a:t>的牌卡不能給別人</a:t>
            </a:r>
            <a:r>
              <a:rPr lang="zh-TW" altLang="en-US" sz="2000" b="1" dirty="0" smtClean="0"/>
              <a:t>用</a:t>
            </a:r>
            <a:r>
              <a:rPr lang="zh-TW" altLang="en-US" sz="2000" b="1" dirty="0"/>
              <a:t>，</a:t>
            </a:r>
            <a:r>
              <a:rPr lang="zh-TW" altLang="en-US" sz="2000" b="1" dirty="0" smtClean="0"/>
              <a:t>這</a:t>
            </a:r>
            <a:r>
              <a:rPr lang="zh-TW" altLang="en-US" sz="2000" b="1" dirty="0"/>
              <a:t>是運在手中心之所向</a:t>
            </a:r>
            <a:endParaRPr lang="en-US" altLang="zh-TW" sz="2000" b="1" dirty="0"/>
          </a:p>
          <a:p>
            <a:r>
              <a:rPr lang="zh-TW" altLang="en-US" sz="2000" b="1" dirty="0"/>
              <a:t>掌運卡不會有磁場干擾的問題，當下的牌當下解完不可以到隔天或白天所問下午再補牌問</a:t>
            </a:r>
            <a:endParaRPr lang="en-US" altLang="zh-TW" sz="2000" b="1" dirty="0"/>
          </a:p>
          <a:p>
            <a:r>
              <a:rPr lang="zh-TW" altLang="en-US" sz="2000" b="1" dirty="0"/>
              <a:t>問的問題要連結好，才能解牌</a:t>
            </a:r>
            <a:endParaRPr lang="en-US" altLang="zh-TW" sz="2000" b="1" dirty="0"/>
          </a:p>
          <a:p>
            <a:r>
              <a:rPr lang="zh-TW" altLang="en-US" sz="2000" b="1" dirty="0"/>
              <a:t>有雙的時候，解牌有兩種</a:t>
            </a:r>
            <a:r>
              <a:rPr lang="zh-TW" altLang="en-US" sz="2000" b="1" dirty="0" smtClean="0"/>
              <a:t>選擇 </a:t>
            </a:r>
            <a:r>
              <a:rPr lang="en-US" altLang="zh-TW" sz="2000" b="1" dirty="0" smtClean="0"/>
              <a:t>88</a:t>
            </a:r>
            <a:r>
              <a:rPr lang="zh-TW" altLang="en-US" sz="2000" b="1" dirty="0" smtClean="0"/>
              <a:t>  </a:t>
            </a:r>
            <a:r>
              <a:rPr lang="en-US" altLang="zh-TW" sz="2000" b="1" dirty="0" smtClean="0"/>
              <a:t>55</a:t>
            </a:r>
            <a:r>
              <a:rPr lang="zh-TW" altLang="en-US" sz="2000" b="1" dirty="0" smtClean="0"/>
              <a:t>  </a:t>
            </a:r>
            <a:r>
              <a:rPr lang="en-US" altLang="zh-TW" sz="2000" b="1" dirty="0" smtClean="0"/>
              <a:t>1010 </a:t>
            </a:r>
            <a:r>
              <a:rPr lang="zh-TW" altLang="en-US" sz="2000" b="1" dirty="0" smtClean="0"/>
              <a:t> </a:t>
            </a:r>
            <a:r>
              <a:rPr lang="en-US" altLang="zh-TW" sz="2000" b="1" dirty="0" smtClean="0"/>
              <a:t>JJ  QQ  KK</a:t>
            </a:r>
            <a:endParaRPr lang="en-US" altLang="zh-TW" sz="2000" b="1" dirty="0"/>
          </a:p>
          <a:p>
            <a:r>
              <a:rPr lang="zh-TW" altLang="en-US" sz="2000" b="1" dirty="0" smtClean="0"/>
              <a:t>自己問</a:t>
            </a:r>
            <a:r>
              <a:rPr lang="zh-TW" altLang="en-US" sz="2000" b="1" dirty="0"/>
              <a:t>自己（會一直想補牌到最好的，不夠中立），要換個方式來</a:t>
            </a:r>
            <a:r>
              <a:rPr lang="zh-TW" altLang="en-US" sz="2000" b="1" dirty="0" smtClean="0"/>
              <a:t>問</a:t>
            </a:r>
            <a:r>
              <a:rPr lang="zh-TW" altLang="en-US" sz="2000" b="1" dirty="0"/>
              <a:t>或請教</a:t>
            </a:r>
            <a:r>
              <a:rPr lang="zh-TW" altLang="en-US" sz="2000" b="1" dirty="0" smtClean="0"/>
              <a:t>同學  老師 群組</a:t>
            </a:r>
            <a:endParaRPr lang="en-US" altLang="zh-TW" sz="2000" b="1" dirty="0"/>
          </a:p>
          <a:p>
            <a:r>
              <a:rPr lang="zh-TW" altLang="en-US" sz="2000" b="1" dirty="0"/>
              <a:t>花色「 有」無限的延伸，數字「不」能延伸</a:t>
            </a:r>
            <a:endParaRPr lang="en-US" altLang="zh-TW" sz="2000" b="1" dirty="0"/>
          </a:p>
          <a:p>
            <a:endParaRPr lang="en-US" altLang="zh-TW" sz="2000" b="1" dirty="0"/>
          </a:p>
        </p:txBody>
      </p:sp>
      <p:sp>
        <p:nvSpPr>
          <p:cNvPr id="3" name="矩形 2"/>
          <p:cNvSpPr/>
          <p:nvPr/>
        </p:nvSpPr>
        <p:spPr>
          <a:xfrm>
            <a:off x="3078144" y="221157"/>
            <a:ext cx="6096000" cy="11544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19107"/>
              </a:lnSpc>
            </a:pPr>
            <a:r>
              <a:rPr lang="zh-TW" altLang="en-US" sz="1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核心精神</a:t>
            </a:r>
            <a:endParaRPr lang="en-US" altLang="zh-TW" sz="16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掌運卡不是在預測未來，而是看見正在發生的潛意識劇情。</a:t>
            </a:r>
          </a:p>
          <a:p>
            <a:pPr marL="12700">
              <a:lnSpc>
                <a:spcPct val="119107"/>
              </a:lnSpc>
            </a:pPr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它讓你在混亂中看清情緒走向，在卡住時分辨外在與內在原因，</a:t>
            </a:r>
          </a:p>
          <a:p>
            <a:pPr marL="12700">
              <a:lnSpc>
                <a:spcPct val="119107"/>
              </a:lnSpc>
            </a:pPr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在面對選擇時找到自己真正的聲音。</a:t>
            </a:r>
          </a:p>
        </p:txBody>
      </p:sp>
    </p:spTree>
    <p:extLst>
      <p:ext uri="{BB962C8B-B14F-4D97-AF65-F5344CB8AC3E}">
        <p14:creationId xmlns:p14="http://schemas.microsoft.com/office/powerpoint/2010/main" val="5469932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565EBB56-816D-0A02-2509-07A5FC44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Google Shape;372;p38">
            <a:extLst>
              <a:ext uri="{FF2B5EF4-FFF2-40B4-BE49-F238E27FC236}">
                <a16:creationId xmlns:a16="http://schemas.microsoft.com/office/drawing/2014/main" id="{60A2399D-C140-AB81-0928-8BCFC6FC0690}"/>
              </a:ext>
            </a:extLst>
          </p:cNvPr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95A156D0-02B7-1158-FA36-8D881E3079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52</a:t>
            </a:fld>
            <a:endParaRPr lang="zh-TW" altLang="en-US"/>
          </a:p>
        </p:txBody>
      </p:sp>
      <p:sp>
        <p:nvSpPr>
          <p:cNvPr id="7" name="Google Shape;371;p38">
            <a:extLst>
              <a:ext uri="{FF2B5EF4-FFF2-40B4-BE49-F238E27FC236}">
                <a16:creationId xmlns:a16="http://schemas.microsoft.com/office/drawing/2014/main" id="{11627661-7824-437B-ACA2-2C56ADEB02C5}"/>
              </a:ext>
            </a:extLst>
          </p:cNvPr>
          <p:cNvSpPr txBox="1"/>
          <p:nvPr/>
        </p:nvSpPr>
        <p:spPr>
          <a:xfrm>
            <a:off x="207264" y="138573"/>
            <a:ext cx="50673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掌運卡備註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" name="Google Shape;332;p33"/>
          <p:cNvSpPr txBox="1"/>
          <p:nvPr/>
        </p:nvSpPr>
        <p:spPr>
          <a:xfrm>
            <a:off x="748126" y="1098879"/>
            <a:ext cx="10204577" cy="621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尾牌有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2 4 6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黑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梅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要補牌 其他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就是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好結果 問牌過了一天要重牌換個方式問 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重申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3 4  6 7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8C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都是不確定牌要補牌 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4 6 C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都要補牌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其他牌的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是沒有看到好結果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endParaRPr lang="zh-TW" altLang="en-US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endParaRPr lang="zh-TW" altLang="en-US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0373400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565EBB56-816D-0A02-2509-07A5FC44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Google Shape;372;p38">
            <a:extLst>
              <a:ext uri="{FF2B5EF4-FFF2-40B4-BE49-F238E27FC236}">
                <a16:creationId xmlns:a16="http://schemas.microsoft.com/office/drawing/2014/main" id="{60A2399D-C140-AB81-0928-8BCFC6FC0690}"/>
              </a:ext>
            </a:extLst>
          </p:cNvPr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95A156D0-02B7-1158-FA36-8D881E3079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53</a:t>
            </a:fld>
            <a:endParaRPr lang="zh-TW" altLang="en-US"/>
          </a:p>
        </p:txBody>
      </p:sp>
      <p:sp>
        <p:nvSpPr>
          <p:cNvPr id="7" name="Google Shape;371;p38">
            <a:extLst>
              <a:ext uri="{FF2B5EF4-FFF2-40B4-BE49-F238E27FC236}">
                <a16:creationId xmlns:a16="http://schemas.microsoft.com/office/drawing/2014/main" id="{11627661-7824-437B-ACA2-2C56ADEB02C5}"/>
              </a:ext>
            </a:extLst>
          </p:cNvPr>
          <p:cNvSpPr txBox="1"/>
          <p:nvPr/>
        </p:nvSpPr>
        <p:spPr>
          <a:xfrm>
            <a:off x="207264" y="138573"/>
            <a:ext cx="8974836" cy="6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掌運卡 </a:t>
            </a:r>
            <a:r>
              <a:rPr lang="en-US" altLang="zh-TW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 </a:t>
            </a:r>
            <a:r>
              <a:rPr lang="zh-TW" altLang="en-US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學習跨越轉化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" name="Google Shape;332;p33"/>
          <p:cNvSpPr txBox="1"/>
          <p:nvPr/>
        </p:nvSpPr>
        <p:spPr>
          <a:xfrm>
            <a:off x="679323" y="879274"/>
            <a:ext cx="11919077" cy="771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建立牌的「語感」 每張牌是情緒縮影。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花色對應：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紅心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：愛、情感、連結、柔軟、依賴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方塊：金錢、現實、計畫、人脈、利益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</a:p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黑桃：壓力、責任、挑戰、選擇、界線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</a:p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梅花：詭異感、潛意識、外部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干擾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看劇本，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不是看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單張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，要抽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～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張牌，編三句話的小故事，描述牌之間的互動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情境來學習。</a:t>
            </a:r>
            <a:endParaRPr lang="zh-TW" altLang="en-US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熟悉特殊組合，掌握訊號燈 特殊組合示例：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紅心：愛中有壓力或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懷疑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</a:p>
          <a:p>
            <a:pPr marL="12700">
              <a:lnSpc>
                <a:spcPct val="119107"/>
              </a:lnSpc>
            </a:pP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數字：情緒爆棚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同花色連號：事情醞釀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轉折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JQK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互撞：人際劇情上演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用牌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聽見而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不是判斷 用感覺敘述：「這組牌像是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……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」，引導對方自己對應，不急著下定論。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每日自我翻牌驗證 問自己具體問題，抽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～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張牌，以直覺解讀，數日後回頭驗證。</a:t>
            </a:r>
          </a:p>
          <a:p>
            <a:pPr marL="12700">
              <a:lnSpc>
                <a:spcPct val="119107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幫他人抽牌，只說感覺 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幫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朋友抽牌時，只描述牌帶來的場景感與情緒感，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不解釋牌義，讓對方自己感應核心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精神</a:t>
            </a:r>
            <a:endParaRPr lang="zh-TW" altLang="en-US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013162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565EBB56-816D-0A02-2509-07A5FC44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Google Shape;372;p38">
            <a:extLst>
              <a:ext uri="{FF2B5EF4-FFF2-40B4-BE49-F238E27FC236}">
                <a16:creationId xmlns:a16="http://schemas.microsoft.com/office/drawing/2014/main" id="{60A2399D-C140-AB81-0928-8BCFC6FC0690}"/>
              </a:ext>
            </a:extLst>
          </p:cNvPr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85" y="889662"/>
            <a:ext cx="11435725" cy="6383471"/>
          </a:xfrm>
          <a:prstGeom prst="rect">
            <a:avLst/>
          </a:prstGeom>
        </p:spPr>
      </p:pic>
      <p:sp>
        <p:nvSpPr>
          <p:cNvPr id="7" name="Google Shape;371;p38">
            <a:extLst>
              <a:ext uri="{FF2B5EF4-FFF2-40B4-BE49-F238E27FC236}">
                <a16:creationId xmlns:a16="http://schemas.microsoft.com/office/drawing/2014/main" id="{11627661-7824-437B-ACA2-2C56ADEB02C5}"/>
              </a:ext>
            </a:extLst>
          </p:cNvPr>
          <p:cNvSpPr txBox="1"/>
          <p:nvPr/>
        </p:nvSpPr>
        <p:spPr>
          <a:xfrm>
            <a:off x="207264" y="138573"/>
            <a:ext cx="50673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案例學習紀錄</a:t>
            </a:r>
            <a:r>
              <a:rPr lang="en-US" altLang="zh-TW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Q&amp;A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99100" y="1085073"/>
            <a:ext cx="991801" cy="605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Q:</a:t>
            </a:r>
          </a:p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A:</a:t>
            </a:r>
            <a:endParaRPr lang="en-US" altLang="zh-TW"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338248" y="1114941"/>
            <a:ext cx="991801" cy="58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Q:</a:t>
            </a:r>
          </a:p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A:</a:t>
            </a:r>
            <a:endParaRPr lang="en-US" altLang="zh-TW"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21" name="群組 20"/>
          <p:cNvGrpSpPr/>
          <p:nvPr/>
        </p:nvGrpSpPr>
        <p:grpSpPr>
          <a:xfrm>
            <a:off x="6719848" y="1350232"/>
            <a:ext cx="4843306" cy="1651279"/>
            <a:chOff x="1095270" y="1336431"/>
            <a:chExt cx="4843306" cy="1651279"/>
          </a:xfrm>
        </p:grpSpPr>
        <p:cxnSp>
          <p:nvCxnSpPr>
            <p:cNvPr id="22" name="直線接點 21"/>
            <p:cNvCxnSpPr/>
            <p:nvPr/>
          </p:nvCxnSpPr>
          <p:spPr>
            <a:xfrm>
              <a:off x="1095270" y="1336431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>
              <a:off x="1095270" y="157926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>
              <a:off x="1095270" y="185224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1095270" y="2103455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1095270" y="2394858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>
              <a:off x="1095270" y="2686259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>
              <a:off x="1095270" y="2987710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1081996" y="1340597"/>
            <a:ext cx="4843306" cy="1651279"/>
            <a:chOff x="1095270" y="1336431"/>
            <a:chExt cx="4843306" cy="1651279"/>
          </a:xfrm>
        </p:grpSpPr>
        <p:cxnSp>
          <p:nvCxnSpPr>
            <p:cNvPr id="44" name="直線接點 43"/>
            <p:cNvCxnSpPr/>
            <p:nvPr/>
          </p:nvCxnSpPr>
          <p:spPr>
            <a:xfrm>
              <a:off x="1095270" y="1336431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/>
            <p:nvPr/>
          </p:nvCxnSpPr>
          <p:spPr>
            <a:xfrm>
              <a:off x="1095270" y="157926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>
              <a:off x="1095270" y="185224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/>
            <p:nvPr/>
          </p:nvCxnSpPr>
          <p:spPr>
            <a:xfrm>
              <a:off x="1095270" y="2103455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>
              <a:off x="1095270" y="2394858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/>
            <p:nvPr/>
          </p:nvCxnSpPr>
          <p:spPr>
            <a:xfrm>
              <a:off x="1095270" y="2686259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>
              <a:off x="1095270" y="2987710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矩形 68"/>
          <p:cNvSpPr/>
          <p:nvPr/>
        </p:nvSpPr>
        <p:spPr>
          <a:xfrm>
            <a:off x="699100" y="3190140"/>
            <a:ext cx="991801" cy="605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Q:</a:t>
            </a:r>
          </a:p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A:</a:t>
            </a:r>
            <a:endParaRPr lang="en-US" altLang="zh-TW"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338248" y="3220008"/>
            <a:ext cx="991801" cy="58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Q:</a:t>
            </a:r>
          </a:p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A:</a:t>
            </a:r>
            <a:endParaRPr lang="en-US" altLang="zh-TW"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71" name="群組 70"/>
          <p:cNvGrpSpPr/>
          <p:nvPr/>
        </p:nvGrpSpPr>
        <p:grpSpPr>
          <a:xfrm>
            <a:off x="6719848" y="3455299"/>
            <a:ext cx="4843306" cy="1651279"/>
            <a:chOff x="1095270" y="1336431"/>
            <a:chExt cx="4843306" cy="1651279"/>
          </a:xfrm>
        </p:grpSpPr>
        <p:cxnSp>
          <p:nvCxnSpPr>
            <p:cNvPr id="72" name="直線接點 71"/>
            <p:cNvCxnSpPr/>
            <p:nvPr/>
          </p:nvCxnSpPr>
          <p:spPr>
            <a:xfrm>
              <a:off x="1095270" y="1336431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/>
            <p:cNvCxnSpPr/>
            <p:nvPr/>
          </p:nvCxnSpPr>
          <p:spPr>
            <a:xfrm>
              <a:off x="1095270" y="157926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/>
            <p:cNvCxnSpPr/>
            <p:nvPr/>
          </p:nvCxnSpPr>
          <p:spPr>
            <a:xfrm>
              <a:off x="1095270" y="185224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/>
            <p:nvPr/>
          </p:nvCxnSpPr>
          <p:spPr>
            <a:xfrm>
              <a:off x="1095270" y="2103455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/>
            <p:nvPr/>
          </p:nvCxnSpPr>
          <p:spPr>
            <a:xfrm>
              <a:off x="1095270" y="2394858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/>
            <p:cNvCxnSpPr/>
            <p:nvPr/>
          </p:nvCxnSpPr>
          <p:spPr>
            <a:xfrm>
              <a:off x="1095270" y="2686259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接點 77"/>
            <p:cNvCxnSpPr/>
            <p:nvPr/>
          </p:nvCxnSpPr>
          <p:spPr>
            <a:xfrm>
              <a:off x="1095270" y="2987710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群組 78"/>
          <p:cNvGrpSpPr/>
          <p:nvPr/>
        </p:nvGrpSpPr>
        <p:grpSpPr>
          <a:xfrm>
            <a:off x="1081996" y="3445664"/>
            <a:ext cx="4843306" cy="1651279"/>
            <a:chOff x="1095270" y="1336431"/>
            <a:chExt cx="4843306" cy="1651279"/>
          </a:xfrm>
        </p:grpSpPr>
        <p:cxnSp>
          <p:nvCxnSpPr>
            <p:cNvPr id="80" name="直線接點 79"/>
            <p:cNvCxnSpPr/>
            <p:nvPr/>
          </p:nvCxnSpPr>
          <p:spPr>
            <a:xfrm>
              <a:off x="1095270" y="1336431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接點 80"/>
            <p:cNvCxnSpPr/>
            <p:nvPr/>
          </p:nvCxnSpPr>
          <p:spPr>
            <a:xfrm>
              <a:off x="1095270" y="157926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/>
            <p:cNvCxnSpPr/>
            <p:nvPr/>
          </p:nvCxnSpPr>
          <p:spPr>
            <a:xfrm>
              <a:off x="1095270" y="185224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/>
            <p:nvPr/>
          </p:nvCxnSpPr>
          <p:spPr>
            <a:xfrm>
              <a:off x="1095270" y="2103455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/>
            <p:cNvCxnSpPr/>
            <p:nvPr/>
          </p:nvCxnSpPr>
          <p:spPr>
            <a:xfrm>
              <a:off x="1095270" y="2394858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接點 84"/>
            <p:cNvCxnSpPr/>
            <p:nvPr/>
          </p:nvCxnSpPr>
          <p:spPr>
            <a:xfrm>
              <a:off x="1095270" y="2686259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接點 85"/>
            <p:cNvCxnSpPr/>
            <p:nvPr/>
          </p:nvCxnSpPr>
          <p:spPr>
            <a:xfrm>
              <a:off x="1095270" y="2987710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矩形 86"/>
          <p:cNvSpPr/>
          <p:nvPr/>
        </p:nvSpPr>
        <p:spPr>
          <a:xfrm>
            <a:off x="763340" y="5286370"/>
            <a:ext cx="991801" cy="58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Q:</a:t>
            </a:r>
          </a:p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A:</a:t>
            </a:r>
            <a:endParaRPr lang="en-US" altLang="zh-TW"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402488" y="5316238"/>
            <a:ext cx="991801" cy="58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Q:</a:t>
            </a:r>
          </a:p>
          <a:p>
            <a:pPr marL="12700">
              <a:lnSpc>
                <a:spcPct val="119090"/>
              </a:lnSpc>
            </a:pP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A:</a:t>
            </a:r>
            <a:endParaRPr lang="en-US" altLang="zh-TW"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89" name="群組 88"/>
          <p:cNvGrpSpPr/>
          <p:nvPr/>
        </p:nvGrpSpPr>
        <p:grpSpPr>
          <a:xfrm>
            <a:off x="6834148" y="5541894"/>
            <a:ext cx="4843306" cy="1651279"/>
            <a:chOff x="1095270" y="1336431"/>
            <a:chExt cx="4843306" cy="1651279"/>
          </a:xfrm>
        </p:grpSpPr>
        <p:cxnSp>
          <p:nvCxnSpPr>
            <p:cNvPr id="90" name="直線接點 89"/>
            <p:cNvCxnSpPr/>
            <p:nvPr/>
          </p:nvCxnSpPr>
          <p:spPr>
            <a:xfrm>
              <a:off x="1095270" y="1336431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90"/>
            <p:cNvCxnSpPr/>
            <p:nvPr/>
          </p:nvCxnSpPr>
          <p:spPr>
            <a:xfrm>
              <a:off x="1095270" y="157926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接點 91"/>
            <p:cNvCxnSpPr/>
            <p:nvPr/>
          </p:nvCxnSpPr>
          <p:spPr>
            <a:xfrm>
              <a:off x="1095270" y="185224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/>
            <p:cNvCxnSpPr/>
            <p:nvPr/>
          </p:nvCxnSpPr>
          <p:spPr>
            <a:xfrm>
              <a:off x="1095270" y="2103455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/>
            <p:cNvCxnSpPr/>
            <p:nvPr/>
          </p:nvCxnSpPr>
          <p:spPr>
            <a:xfrm>
              <a:off x="1095270" y="2394858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/>
            <p:cNvCxnSpPr/>
            <p:nvPr/>
          </p:nvCxnSpPr>
          <p:spPr>
            <a:xfrm>
              <a:off x="1095270" y="2686259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>
              <a:off x="1095270" y="2987710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96"/>
          <p:cNvGrpSpPr/>
          <p:nvPr/>
        </p:nvGrpSpPr>
        <p:grpSpPr>
          <a:xfrm>
            <a:off x="1146236" y="5541894"/>
            <a:ext cx="4843306" cy="1651279"/>
            <a:chOff x="1095270" y="1336431"/>
            <a:chExt cx="4843306" cy="1651279"/>
          </a:xfrm>
        </p:grpSpPr>
        <p:cxnSp>
          <p:nvCxnSpPr>
            <p:cNvPr id="98" name="直線接點 97"/>
            <p:cNvCxnSpPr/>
            <p:nvPr/>
          </p:nvCxnSpPr>
          <p:spPr>
            <a:xfrm>
              <a:off x="1095270" y="1336431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/>
            <p:nvPr/>
          </p:nvCxnSpPr>
          <p:spPr>
            <a:xfrm>
              <a:off x="1095270" y="157926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/>
            <p:cNvCxnSpPr/>
            <p:nvPr/>
          </p:nvCxnSpPr>
          <p:spPr>
            <a:xfrm>
              <a:off x="1095270" y="1852246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接點 100"/>
            <p:cNvCxnSpPr/>
            <p:nvPr/>
          </p:nvCxnSpPr>
          <p:spPr>
            <a:xfrm>
              <a:off x="1095270" y="2103455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接點 101"/>
            <p:cNvCxnSpPr/>
            <p:nvPr/>
          </p:nvCxnSpPr>
          <p:spPr>
            <a:xfrm>
              <a:off x="1095270" y="2394858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接點 102"/>
            <p:cNvCxnSpPr/>
            <p:nvPr/>
          </p:nvCxnSpPr>
          <p:spPr>
            <a:xfrm>
              <a:off x="1095270" y="2686259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/>
            <p:nvPr/>
          </p:nvCxnSpPr>
          <p:spPr>
            <a:xfrm>
              <a:off x="1095270" y="2987710"/>
              <a:ext cx="48433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066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7423</Words>
  <Application>Microsoft Office PowerPoint</Application>
  <PresentationFormat>自訂</PresentationFormat>
  <Paragraphs>831</Paragraphs>
  <Slides>55</Slides>
  <Notes>50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65" baseType="lpstr">
      <vt:lpstr>文鼎新粗黑</vt:lpstr>
      <vt:lpstr>華康粗黑體</vt:lpstr>
      <vt:lpstr>Microsoft JhengHei</vt:lpstr>
      <vt:lpstr>Microsoft JhengHei</vt:lpstr>
      <vt:lpstr>微軟正黑體 Light</vt:lpstr>
      <vt:lpstr>新細明體</vt:lpstr>
      <vt:lpstr>Arial</vt:lpstr>
      <vt:lpstr>Calibri</vt:lpstr>
      <vt:lpstr>Office Theme</vt:lpstr>
      <vt:lpstr>Image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         A到K 探索自我之路</vt:lpstr>
      <vt:lpstr>PowerPoint 簡報</vt:lpstr>
      <vt:lpstr>全心全意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難解之結</vt:lpstr>
      <vt:lpstr>PowerPoint 簡報</vt:lpstr>
      <vt:lpstr>美麗的彩虹</vt:lpstr>
      <vt:lpstr>PowerPoint 簡報</vt:lpstr>
      <vt:lpstr>PowerPoint 簡報</vt:lpstr>
      <vt:lpstr>PowerPoint 簡報</vt:lpstr>
      <vt:lpstr>財富之神</vt:lpstr>
      <vt:lpstr>精銳戰士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carp</cp:lastModifiedBy>
  <cp:revision>125</cp:revision>
  <cp:lastPrinted>2025-05-02T08:48:35Z</cp:lastPrinted>
  <dcterms:created xsi:type="dcterms:W3CDTF">2024-09-03T21:09:03Z</dcterms:created>
  <dcterms:modified xsi:type="dcterms:W3CDTF">2025-09-06T13:02:30Z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2023-10-05T00:00:00Z</vt:filetime>
  </property>
  <property fmtid="{D5CDD505-2E9C-101B-9397-08002B2CF9AE}" pid="3" name="LastSaved">
    <vt:filetime>2024-09-04T00:00:00Z</vt:filetime>
  </property>
  <property fmtid="{D5CDD505-2E9C-101B-9397-08002B2CF9AE}" pid="4" name="ICV">
    <vt:lpwstr>517f772f6229437486e1503de43ee93c</vt:lpwstr>
  </property>
</Properties>
</file>