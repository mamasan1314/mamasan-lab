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90" r:id="rId33"/>
    <p:sldId id="291" r:id="rId34"/>
    <p:sldId id="293" r:id="rId35"/>
    <p:sldId id="294" r:id="rId36"/>
    <p:sldId id="289" r:id="rId37"/>
    <p:sldId id="292" r:id="rId38"/>
    <p:sldId id="295" r:id="rId39"/>
    <p:sldId id="296" r:id="rId40"/>
    <p:sldId id="297" r:id="rId41"/>
  </p:sldIdLst>
  <p:sldSz cx="12192000" cy="7559675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預設章節" id="{98D428E9-AC6B-4127-BCAF-77B4D5BCB35D}">
          <p14:sldIdLst>
            <p14:sldId id="257"/>
          </p14:sldIdLst>
        </p14:section>
        <p14:section name="未命名的章節" id="{0F453BC1-F0C3-4B20-95E7-DFD456F5D3CE}">
          <p14:sldIdLst>
            <p14:sldId id="259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90"/>
            <p14:sldId id="291"/>
            <p14:sldId id="293"/>
            <p14:sldId id="294"/>
            <p14:sldId id="289"/>
            <p14:sldId id="292"/>
            <p14:sldId id="295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175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80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80" y="90"/>
      </p:cViewPr>
      <p:guideLst>
        <p:guide orient="horz" pos="3175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TW" smtClean="0"/>
              <a:t>2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60F7E-0ACA-48D8-BE2D-C86C3AF5F788}" type="datetimeFigureOut">
              <a:rPr lang="zh-TW" altLang="en-US" smtClean="0"/>
              <a:t>2025/3/5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TW" smtClean="0"/>
              <a:t>3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C7F02-6117-4C9A-9B79-67B5A10F988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17269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9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870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93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1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98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2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Google Shape;83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28" name="Google Shape;8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91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34" name="Google Shape;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Google Shape;99;p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42" name="Google Shape;10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Google Shape;109;p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49" name="Google Shape;1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Google Shape;118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56" name="Google Shape;1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Google Shape;127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63" name="Google Shape;1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Google Shape;136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70" name="Google Shape;1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Google Shape;145;p1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80" name="Google Shape;1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Google Shape;157;p1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85" name="Google Shape;1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Google Shape;164;p1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91" name="Google Shape;1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Google Shape;172;p1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96" name="Google Shape;1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Google Shape;179;p1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01" name="Google Shape;1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Google Shape;186;p1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11" name="Google Shape;18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Google Shape;198;p1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21" name="Google Shape;1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Google Shape;210;p1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27" name="Google Shape;2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Google Shape;218;p2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33" name="Google Shape;21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Google Shape;226;p2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42" name="Google Shape;2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Google Shape;237;p2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51" name="Google Shape;23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Google Shape;248;p2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55" name="Google Shape;24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Google Shape;254;p2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59" name="Google Shape;25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Google Shape;260;p2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65" name="Google Shape;26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Google Shape;268;p2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71" name="Google Shape;26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Google Shape;276;p2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78" name="Google Shape;27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Google Shape;285;p2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84" name="Google Shape;2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0" name="Google Shape;293;p2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91" name="Google Shape;29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6" name="Google Shape;302;p3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97" name="Google Shape;30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Google Shape;310;p3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804" name="Google Shape;31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Google Shape;328;p3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823" name="Google Shape;32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Google Shape;336;p3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829" name="Google Shape;33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0" name="Google Shape;352;p3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841" name="Google Shape;35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6" name="Google Shape;360;p37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847" name="Google Shape;36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0" name="Google Shape;319;p3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811" name="Google Shape;32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Google Shape;344;p3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835" name="Google Shape;34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Google Shape;368;p3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852" name="Google Shape;36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Google Shape;368;p3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852" name="Google Shape;36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23262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Google Shape;368;p38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852" name="Google Shape;36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22725" y="514350"/>
            <a:ext cx="414813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1526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2;p41"/>
          <p:cNvSpPr/>
          <p:nvPr/>
        </p:nvSpPr>
        <p:spPr>
          <a:xfrm>
            <a:off x="5" y="1"/>
            <a:ext cx="4293449" cy="3504049"/>
          </a:xfrm>
          <a:custGeom>
            <a:avLst/>
            <a:gdLst/>
            <a:ahLst/>
            <a:cxnLst/>
            <a:rect l="l" t="t" r="r" b="b"/>
            <a:pathLst>
              <a:path w="4293449" h="3178810" extrusionOk="0">
                <a:moveTo>
                  <a:pt x="4198239" y="0"/>
                </a:moveTo>
                <a:lnTo>
                  <a:pt x="0" y="0"/>
                </a:lnTo>
                <a:lnTo>
                  <a:pt x="0" y="3178810"/>
                </a:lnTo>
                <a:lnTo>
                  <a:pt x="632788" y="3166280"/>
                </a:lnTo>
                <a:lnTo>
                  <a:pt x="1202705" y="3124237"/>
                </a:lnTo>
                <a:lnTo>
                  <a:pt x="1712810" y="3055031"/>
                </a:lnTo>
                <a:lnTo>
                  <a:pt x="2166161" y="2961014"/>
                </a:lnTo>
                <a:lnTo>
                  <a:pt x="2565820" y="2844534"/>
                </a:lnTo>
                <a:lnTo>
                  <a:pt x="2914846" y="2707942"/>
                </a:lnTo>
                <a:lnTo>
                  <a:pt x="3216299" y="2553588"/>
                </a:lnTo>
                <a:lnTo>
                  <a:pt x="3473238" y="2383822"/>
                </a:lnTo>
                <a:lnTo>
                  <a:pt x="3688724" y="2200995"/>
                </a:lnTo>
                <a:lnTo>
                  <a:pt x="3865816" y="2007457"/>
                </a:lnTo>
                <a:lnTo>
                  <a:pt x="4007574" y="1805557"/>
                </a:lnTo>
                <a:lnTo>
                  <a:pt x="4117058" y="1597647"/>
                </a:lnTo>
                <a:lnTo>
                  <a:pt x="4197328" y="1386077"/>
                </a:lnTo>
                <a:lnTo>
                  <a:pt x="4251443" y="1173195"/>
                </a:lnTo>
                <a:lnTo>
                  <a:pt x="4282463" y="961354"/>
                </a:lnTo>
                <a:lnTo>
                  <a:pt x="4293449" y="752902"/>
                </a:lnTo>
                <a:lnTo>
                  <a:pt x="4287459" y="550191"/>
                </a:lnTo>
                <a:lnTo>
                  <a:pt x="4267555" y="355570"/>
                </a:lnTo>
                <a:lnTo>
                  <a:pt x="4236794" y="171389"/>
                </a:lnTo>
                <a:lnTo>
                  <a:pt x="4198239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2" name="Google Shape;13;p41"/>
          <p:cNvSpPr/>
          <p:nvPr/>
        </p:nvSpPr>
        <p:spPr>
          <a:xfrm>
            <a:off x="1859279" y="1574092"/>
            <a:ext cx="2386584" cy="2629087"/>
          </a:xfrm>
          <a:custGeom>
            <a:avLst/>
            <a:gdLst/>
            <a:ahLst/>
            <a:cxnLst/>
            <a:rect l="l" t="t" r="r" b="b"/>
            <a:pathLst>
              <a:path w="2386583" h="2385060" extrusionOk="0">
                <a:moveTo>
                  <a:pt x="1193292" y="0"/>
                </a:moveTo>
                <a:lnTo>
                  <a:pt x="1095428" y="3953"/>
                </a:lnTo>
                <a:lnTo>
                  <a:pt x="999742" y="15608"/>
                </a:lnTo>
                <a:lnTo>
                  <a:pt x="906541" y="34657"/>
                </a:lnTo>
                <a:lnTo>
                  <a:pt x="816132" y="60795"/>
                </a:lnTo>
                <a:lnTo>
                  <a:pt x="728823" y="93714"/>
                </a:lnTo>
                <a:lnTo>
                  <a:pt x="644920" y="133106"/>
                </a:lnTo>
                <a:lnTo>
                  <a:pt x="564731" y="178666"/>
                </a:lnTo>
                <a:lnTo>
                  <a:pt x="488563" y="230087"/>
                </a:lnTo>
                <a:lnTo>
                  <a:pt x="416724" y="287061"/>
                </a:lnTo>
                <a:lnTo>
                  <a:pt x="349519" y="349281"/>
                </a:lnTo>
                <a:lnTo>
                  <a:pt x="287258" y="416441"/>
                </a:lnTo>
                <a:lnTo>
                  <a:pt x="230245" y="488234"/>
                </a:lnTo>
                <a:lnTo>
                  <a:pt x="178790" y="564353"/>
                </a:lnTo>
                <a:lnTo>
                  <a:pt x="133199" y="644491"/>
                </a:lnTo>
                <a:lnTo>
                  <a:pt x="93779" y="728341"/>
                </a:lnTo>
                <a:lnTo>
                  <a:pt x="60838" y="815596"/>
                </a:lnTo>
                <a:lnTo>
                  <a:pt x="34682" y="905949"/>
                </a:lnTo>
                <a:lnTo>
                  <a:pt x="15619" y="999094"/>
                </a:lnTo>
                <a:lnTo>
                  <a:pt x="3955" y="1094723"/>
                </a:lnTo>
                <a:lnTo>
                  <a:pt x="0" y="1192529"/>
                </a:lnTo>
                <a:lnTo>
                  <a:pt x="3955" y="1290336"/>
                </a:lnTo>
                <a:lnTo>
                  <a:pt x="15619" y="1385965"/>
                </a:lnTo>
                <a:lnTo>
                  <a:pt x="34682" y="1479110"/>
                </a:lnTo>
                <a:lnTo>
                  <a:pt x="60838" y="1569463"/>
                </a:lnTo>
                <a:lnTo>
                  <a:pt x="93779" y="1656718"/>
                </a:lnTo>
                <a:lnTo>
                  <a:pt x="133199" y="1740568"/>
                </a:lnTo>
                <a:lnTo>
                  <a:pt x="178790" y="1820706"/>
                </a:lnTo>
                <a:lnTo>
                  <a:pt x="230245" y="1896825"/>
                </a:lnTo>
                <a:lnTo>
                  <a:pt x="287258" y="1968618"/>
                </a:lnTo>
                <a:lnTo>
                  <a:pt x="349519" y="2035778"/>
                </a:lnTo>
                <a:lnTo>
                  <a:pt x="416724" y="2097998"/>
                </a:lnTo>
                <a:lnTo>
                  <a:pt x="488563" y="2154972"/>
                </a:lnTo>
                <a:lnTo>
                  <a:pt x="564731" y="2206393"/>
                </a:lnTo>
                <a:lnTo>
                  <a:pt x="644920" y="2251953"/>
                </a:lnTo>
                <a:lnTo>
                  <a:pt x="728823" y="2291345"/>
                </a:lnTo>
                <a:lnTo>
                  <a:pt x="816132" y="2324264"/>
                </a:lnTo>
                <a:lnTo>
                  <a:pt x="906541" y="2350402"/>
                </a:lnTo>
                <a:lnTo>
                  <a:pt x="999742" y="2369451"/>
                </a:lnTo>
                <a:lnTo>
                  <a:pt x="1095428" y="2381106"/>
                </a:lnTo>
                <a:lnTo>
                  <a:pt x="1193292" y="2385060"/>
                </a:lnTo>
                <a:lnTo>
                  <a:pt x="1291155" y="2381106"/>
                </a:lnTo>
                <a:lnTo>
                  <a:pt x="1386841" y="2369451"/>
                </a:lnTo>
                <a:lnTo>
                  <a:pt x="1480042" y="2350402"/>
                </a:lnTo>
                <a:lnTo>
                  <a:pt x="1570451" y="2324264"/>
                </a:lnTo>
                <a:lnTo>
                  <a:pt x="1657760" y="2291345"/>
                </a:lnTo>
                <a:lnTo>
                  <a:pt x="1741663" y="2251953"/>
                </a:lnTo>
                <a:lnTo>
                  <a:pt x="1821852" y="2206393"/>
                </a:lnTo>
                <a:lnTo>
                  <a:pt x="1898020" y="2154972"/>
                </a:lnTo>
                <a:lnTo>
                  <a:pt x="1969859" y="2097998"/>
                </a:lnTo>
                <a:lnTo>
                  <a:pt x="2037064" y="2035778"/>
                </a:lnTo>
                <a:lnTo>
                  <a:pt x="2099325" y="1968618"/>
                </a:lnTo>
                <a:lnTo>
                  <a:pt x="2156338" y="1896825"/>
                </a:lnTo>
                <a:lnTo>
                  <a:pt x="2207793" y="1820706"/>
                </a:lnTo>
                <a:lnTo>
                  <a:pt x="2253384" y="1740568"/>
                </a:lnTo>
                <a:lnTo>
                  <a:pt x="2292804" y="1656718"/>
                </a:lnTo>
                <a:lnTo>
                  <a:pt x="2325745" y="1569463"/>
                </a:lnTo>
                <a:lnTo>
                  <a:pt x="2351901" y="1479110"/>
                </a:lnTo>
                <a:lnTo>
                  <a:pt x="2370964" y="1385965"/>
                </a:lnTo>
                <a:lnTo>
                  <a:pt x="2382628" y="1290336"/>
                </a:lnTo>
                <a:lnTo>
                  <a:pt x="2386584" y="1192529"/>
                </a:lnTo>
                <a:lnTo>
                  <a:pt x="2382628" y="1094723"/>
                </a:lnTo>
                <a:lnTo>
                  <a:pt x="2370964" y="999094"/>
                </a:lnTo>
                <a:lnTo>
                  <a:pt x="2351901" y="905949"/>
                </a:lnTo>
                <a:lnTo>
                  <a:pt x="2325745" y="815596"/>
                </a:lnTo>
                <a:lnTo>
                  <a:pt x="2292804" y="728341"/>
                </a:lnTo>
                <a:lnTo>
                  <a:pt x="2253384" y="644491"/>
                </a:lnTo>
                <a:lnTo>
                  <a:pt x="2207793" y="564353"/>
                </a:lnTo>
                <a:lnTo>
                  <a:pt x="2156338" y="488234"/>
                </a:lnTo>
                <a:lnTo>
                  <a:pt x="2099325" y="416441"/>
                </a:lnTo>
                <a:lnTo>
                  <a:pt x="2037064" y="349281"/>
                </a:lnTo>
                <a:lnTo>
                  <a:pt x="1969859" y="287061"/>
                </a:lnTo>
                <a:lnTo>
                  <a:pt x="1898020" y="230087"/>
                </a:lnTo>
                <a:lnTo>
                  <a:pt x="1821852" y="178666"/>
                </a:lnTo>
                <a:lnTo>
                  <a:pt x="1741663" y="133106"/>
                </a:lnTo>
                <a:lnTo>
                  <a:pt x="1657760" y="93714"/>
                </a:lnTo>
                <a:lnTo>
                  <a:pt x="1570451" y="60795"/>
                </a:lnTo>
                <a:lnTo>
                  <a:pt x="1480042" y="34657"/>
                </a:lnTo>
                <a:lnTo>
                  <a:pt x="1386841" y="15608"/>
                </a:lnTo>
                <a:lnTo>
                  <a:pt x="1291155" y="3953"/>
                </a:lnTo>
                <a:lnTo>
                  <a:pt x="11932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3" name="Google Shape;14;p41"/>
          <p:cNvSpPr/>
          <p:nvPr/>
        </p:nvSpPr>
        <p:spPr>
          <a:xfrm>
            <a:off x="1970532" y="1696726"/>
            <a:ext cx="2164080" cy="238381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4" name="Google Shape;15;p41"/>
          <p:cNvSpPr/>
          <p:nvPr/>
        </p:nvSpPr>
        <p:spPr>
          <a:xfrm>
            <a:off x="1956180" y="1680908"/>
            <a:ext cx="2192782" cy="2415456"/>
          </a:xfrm>
          <a:custGeom>
            <a:avLst/>
            <a:gdLst/>
            <a:ahLst/>
            <a:cxnLst/>
            <a:rect l="l" t="t" r="r" b="b"/>
            <a:pathLst>
              <a:path w="2192781" h="2191258" extrusionOk="0">
                <a:moveTo>
                  <a:pt x="1096391" y="0"/>
                </a:moveTo>
                <a:lnTo>
                  <a:pt x="1152779" y="1524"/>
                </a:lnTo>
                <a:lnTo>
                  <a:pt x="1208405" y="5714"/>
                </a:lnTo>
                <a:lnTo>
                  <a:pt x="1263269" y="12700"/>
                </a:lnTo>
                <a:lnTo>
                  <a:pt x="1317370" y="22351"/>
                </a:lnTo>
                <a:lnTo>
                  <a:pt x="1370330" y="34544"/>
                </a:lnTo>
                <a:lnTo>
                  <a:pt x="1422399" y="49275"/>
                </a:lnTo>
                <a:lnTo>
                  <a:pt x="1473327" y="66548"/>
                </a:lnTo>
                <a:lnTo>
                  <a:pt x="1523238" y="86233"/>
                </a:lnTo>
                <a:lnTo>
                  <a:pt x="1618995" y="132334"/>
                </a:lnTo>
                <a:lnTo>
                  <a:pt x="1709420" y="187198"/>
                </a:lnTo>
                <a:lnTo>
                  <a:pt x="1793747" y="250189"/>
                </a:lnTo>
                <a:lnTo>
                  <a:pt x="1871598" y="320928"/>
                </a:lnTo>
                <a:lnTo>
                  <a:pt x="1942338" y="398780"/>
                </a:lnTo>
                <a:lnTo>
                  <a:pt x="2005457" y="483108"/>
                </a:lnTo>
                <a:lnTo>
                  <a:pt x="2060447" y="573405"/>
                </a:lnTo>
                <a:lnTo>
                  <a:pt x="2106548" y="669036"/>
                </a:lnTo>
                <a:lnTo>
                  <a:pt x="2126234" y="718947"/>
                </a:lnTo>
                <a:lnTo>
                  <a:pt x="2143379" y="769874"/>
                </a:lnTo>
                <a:lnTo>
                  <a:pt x="2158238" y="821816"/>
                </a:lnTo>
                <a:lnTo>
                  <a:pt x="2170430" y="874902"/>
                </a:lnTo>
                <a:lnTo>
                  <a:pt x="2180082" y="928751"/>
                </a:lnTo>
                <a:lnTo>
                  <a:pt x="2187067" y="983614"/>
                </a:lnTo>
                <a:lnTo>
                  <a:pt x="2191258" y="1039240"/>
                </a:lnTo>
                <a:lnTo>
                  <a:pt x="2192782" y="1095628"/>
                </a:lnTo>
                <a:lnTo>
                  <a:pt x="2191258" y="1152016"/>
                </a:lnTo>
                <a:lnTo>
                  <a:pt x="2187067" y="1207643"/>
                </a:lnTo>
                <a:lnTo>
                  <a:pt x="2180082" y="1262507"/>
                </a:lnTo>
                <a:lnTo>
                  <a:pt x="2170430" y="1316355"/>
                </a:lnTo>
                <a:lnTo>
                  <a:pt x="2158238" y="1369440"/>
                </a:lnTo>
                <a:lnTo>
                  <a:pt x="2143379" y="1421384"/>
                </a:lnTo>
                <a:lnTo>
                  <a:pt x="2126234" y="1472311"/>
                </a:lnTo>
                <a:lnTo>
                  <a:pt x="2106548" y="1522222"/>
                </a:lnTo>
                <a:lnTo>
                  <a:pt x="2060447" y="1617852"/>
                </a:lnTo>
                <a:lnTo>
                  <a:pt x="2005457" y="1708150"/>
                </a:lnTo>
                <a:lnTo>
                  <a:pt x="1942338" y="1792477"/>
                </a:lnTo>
                <a:lnTo>
                  <a:pt x="1871598" y="1870328"/>
                </a:lnTo>
                <a:lnTo>
                  <a:pt x="1793747" y="1941068"/>
                </a:lnTo>
                <a:lnTo>
                  <a:pt x="1709420" y="2004060"/>
                </a:lnTo>
                <a:lnTo>
                  <a:pt x="1618995" y="2058924"/>
                </a:lnTo>
                <a:lnTo>
                  <a:pt x="1523238" y="2105025"/>
                </a:lnTo>
                <a:lnTo>
                  <a:pt x="1473327" y="2124710"/>
                </a:lnTo>
                <a:lnTo>
                  <a:pt x="1422399" y="2141982"/>
                </a:lnTo>
                <a:lnTo>
                  <a:pt x="1370330" y="2156714"/>
                </a:lnTo>
                <a:lnTo>
                  <a:pt x="1317370" y="2168906"/>
                </a:lnTo>
                <a:lnTo>
                  <a:pt x="1263269" y="2178558"/>
                </a:lnTo>
                <a:lnTo>
                  <a:pt x="1208405" y="2185543"/>
                </a:lnTo>
                <a:lnTo>
                  <a:pt x="1152779" y="2189734"/>
                </a:lnTo>
                <a:lnTo>
                  <a:pt x="1096391" y="2191258"/>
                </a:lnTo>
                <a:lnTo>
                  <a:pt x="1040002" y="2189734"/>
                </a:lnTo>
                <a:lnTo>
                  <a:pt x="984376" y="2185543"/>
                </a:lnTo>
                <a:lnTo>
                  <a:pt x="929513" y="2178558"/>
                </a:lnTo>
                <a:lnTo>
                  <a:pt x="875411" y="2168906"/>
                </a:lnTo>
                <a:lnTo>
                  <a:pt x="822451" y="2156714"/>
                </a:lnTo>
                <a:lnTo>
                  <a:pt x="770382" y="2141982"/>
                </a:lnTo>
                <a:lnTo>
                  <a:pt x="719455" y="2124710"/>
                </a:lnTo>
                <a:lnTo>
                  <a:pt x="669544" y="2105025"/>
                </a:lnTo>
                <a:lnTo>
                  <a:pt x="573786" y="2058924"/>
                </a:lnTo>
                <a:lnTo>
                  <a:pt x="483362" y="2004060"/>
                </a:lnTo>
                <a:lnTo>
                  <a:pt x="399033" y="1941068"/>
                </a:lnTo>
                <a:lnTo>
                  <a:pt x="321182" y="1870328"/>
                </a:lnTo>
                <a:lnTo>
                  <a:pt x="250444" y="1792477"/>
                </a:lnTo>
                <a:lnTo>
                  <a:pt x="187325" y="1708150"/>
                </a:lnTo>
                <a:lnTo>
                  <a:pt x="132333" y="1617852"/>
                </a:lnTo>
                <a:lnTo>
                  <a:pt x="86232" y="1522222"/>
                </a:lnTo>
                <a:lnTo>
                  <a:pt x="66548" y="1472311"/>
                </a:lnTo>
                <a:lnTo>
                  <a:pt x="49402" y="1421384"/>
                </a:lnTo>
                <a:lnTo>
                  <a:pt x="34543" y="1369440"/>
                </a:lnTo>
                <a:lnTo>
                  <a:pt x="22351" y="1316355"/>
                </a:lnTo>
                <a:lnTo>
                  <a:pt x="12700" y="1262507"/>
                </a:lnTo>
                <a:lnTo>
                  <a:pt x="5714" y="1207643"/>
                </a:lnTo>
                <a:lnTo>
                  <a:pt x="1524" y="1152016"/>
                </a:lnTo>
                <a:lnTo>
                  <a:pt x="0" y="1095628"/>
                </a:lnTo>
                <a:lnTo>
                  <a:pt x="1524" y="1039240"/>
                </a:lnTo>
                <a:lnTo>
                  <a:pt x="5714" y="983614"/>
                </a:lnTo>
                <a:lnTo>
                  <a:pt x="12700" y="928751"/>
                </a:lnTo>
                <a:lnTo>
                  <a:pt x="22351" y="874902"/>
                </a:lnTo>
                <a:lnTo>
                  <a:pt x="34543" y="821816"/>
                </a:lnTo>
                <a:lnTo>
                  <a:pt x="49402" y="769874"/>
                </a:lnTo>
                <a:lnTo>
                  <a:pt x="66548" y="718947"/>
                </a:lnTo>
                <a:lnTo>
                  <a:pt x="86232" y="669036"/>
                </a:lnTo>
                <a:lnTo>
                  <a:pt x="132333" y="573405"/>
                </a:lnTo>
                <a:lnTo>
                  <a:pt x="187325" y="483108"/>
                </a:lnTo>
                <a:lnTo>
                  <a:pt x="250444" y="398780"/>
                </a:lnTo>
                <a:lnTo>
                  <a:pt x="321182" y="320928"/>
                </a:lnTo>
                <a:lnTo>
                  <a:pt x="399033" y="250189"/>
                </a:lnTo>
                <a:lnTo>
                  <a:pt x="483362" y="187198"/>
                </a:lnTo>
                <a:lnTo>
                  <a:pt x="573786" y="132334"/>
                </a:lnTo>
                <a:lnTo>
                  <a:pt x="669544" y="86233"/>
                </a:lnTo>
                <a:lnTo>
                  <a:pt x="719455" y="66548"/>
                </a:lnTo>
                <a:lnTo>
                  <a:pt x="770382" y="49275"/>
                </a:lnTo>
                <a:lnTo>
                  <a:pt x="822451" y="34544"/>
                </a:lnTo>
                <a:lnTo>
                  <a:pt x="875411" y="22351"/>
                </a:lnTo>
                <a:lnTo>
                  <a:pt x="929513" y="12700"/>
                </a:lnTo>
                <a:lnTo>
                  <a:pt x="984376" y="5714"/>
                </a:lnTo>
                <a:lnTo>
                  <a:pt x="1040002" y="1524"/>
                </a:lnTo>
                <a:lnTo>
                  <a:pt x="1096391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5" name="Google Shape;16;p41"/>
          <p:cNvSpPr txBox="1">
            <a:spLocks noGrp="1"/>
          </p:cNvSpPr>
          <p:nvPr>
            <p:ph type="ftr" idx="11"/>
          </p:nvPr>
        </p:nvSpPr>
        <p:spPr>
          <a:xfrm>
            <a:off x="4145281" y="7030498"/>
            <a:ext cx="3901439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6" name="Google Shape;17;p41"/>
          <p:cNvSpPr txBox="1">
            <a:spLocks noGrp="1"/>
          </p:cNvSpPr>
          <p:nvPr>
            <p:ph type="dt" idx="10"/>
          </p:nvPr>
        </p:nvSpPr>
        <p:spPr>
          <a:xfrm>
            <a:off x="60960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7" name="Google Shape;18;p41"/>
          <p:cNvSpPr txBox="1">
            <a:spLocks noGrp="1"/>
          </p:cNvSpPr>
          <p:nvPr>
            <p:ph type="sldNum" idx="12"/>
          </p:nvPr>
        </p:nvSpPr>
        <p:spPr>
          <a:xfrm>
            <a:off x="877824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Google Shape;20;p42"/>
          <p:cNvSpPr txBox="1">
            <a:spLocks noGrp="1"/>
          </p:cNvSpPr>
          <p:nvPr>
            <p:ph type="title"/>
          </p:nvPr>
        </p:nvSpPr>
        <p:spPr>
          <a:xfrm>
            <a:off x="410363" y="622834"/>
            <a:ext cx="11371275" cy="74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3" name="Google Shape;21;p42"/>
          <p:cNvSpPr txBox="1">
            <a:spLocks noGrp="1"/>
          </p:cNvSpPr>
          <p:nvPr>
            <p:ph type="body" idx="1"/>
          </p:nvPr>
        </p:nvSpPr>
        <p:spPr>
          <a:xfrm>
            <a:off x="703581" y="3404654"/>
            <a:ext cx="10784839" cy="1892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14" name="Google Shape;22;p42"/>
          <p:cNvSpPr txBox="1">
            <a:spLocks noGrp="1"/>
          </p:cNvSpPr>
          <p:nvPr>
            <p:ph type="ftr" idx="11"/>
          </p:nvPr>
        </p:nvSpPr>
        <p:spPr>
          <a:xfrm>
            <a:off x="4145281" y="7030498"/>
            <a:ext cx="3901439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5" name="Google Shape;23;p42"/>
          <p:cNvSpPr txBox="1">
            <a:spLocks noGrp="1"/>
          </p:cNvSpPr>
          <p:nvPr>
            <p:ph type="dt" idx="10"/>
          </p:nvPr>
        </p:nvSpPr>
        <p:spPr>
          <a:xfrm>
            <a:off x="60960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16" name="Google Shape;24;p42"/>
          <p:cNvSpPr txBox="1">
            <a:spLocks noGrp="1"/>
          </p:cNvSpPr>
          <p:nvPr>
            <p:ph type="sldNum" idx="12"/>
          </p:nvPr>
        </p:nvSpPr>
        <p:spPr>
          <a:xfrm>
            <a:off x="877824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Google Shape;26;p43"/>
          <p:cNvSpPr/>
          <p:nvPr/>
        </p:nvSpPr>
        <p:spPr>
          <a:xfrm>
            <a:off x="7478129" y="3"/>
            <a:ext cx="4713870" cy="4338692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13" name="Google Shape;27;p43"/>
          <p:cNvSpPr txBox="1">
            <a:spLocks noGrp="1"/>
          </p:cNvSpPr>
          <p:nvPr>
            <p:ph type="ctrTitle"/>
          </p:nvPr>
        </p:nvSpPr>
        <p:spPr>
          <a:xfrm>
            <a:off x="703581" y="3464431"/>
            <a:ext cx="10784839" cy="1878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14" name="Google Shape;28;p43"/>
          <p:cNvSpPr txBox="1">
            <a:spLocks noGrp="1"/>
          </p:cNvSpPr>
          <p:nvPr>
            <p:ph type="subTitle" idx="1"/>
          </p:nvPr>
        </p:nvSpPr>
        <p:spPr>
          <a:xfrm>
            <a:off x="1828801" y="4233418"/>
            <a:ext cx="8534399" cy="1889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815" name="Google Shape;29;p43"/>
          <p:cNvSpPr txBox="1">
            <a:spLocks noGrp="1"/>
          </p:cNvSpPr>
          <p:nvPr>
            <p:ph type="ftr" idx="11"/>
          </p:nvPr>
        </p:nvSpPr>
        <p:spPr>
          <a:xfrm>
            <a:off x="4145281" y="7030498"/>
            <a:ext cx="3901439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16" name="Google Shape;30;p43"/>
          <p:cNvSpPr txBox="1">
            <a:spLocks noGrp="1"/>
          </p:cNvSpPr>
          <p:nvPr>
            <p:ph type="dt" idx="10"/>
          </p:nvPr>
        </p:nvSpPr>
        <p:spPr>
          <a:xfrm>
            <a:off x="60960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17" name="Google Shape;31;p43"/>
          <p:cNvSpPr txBox="1">
            <a:spLocks noGrp="1"/>
          </p:cNvSpPr>
          <p:nvPr>
            <p:ph type="sldNum" idx="12"/>
          </p:nvPr>
        </p:nvSpPr>
        <p:spPr>
          <a:xfrm>
            <a:off x="877824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9" name="Google Shape;33;p44"/>
          <p:cNvSpPr txBox="1">
            <a:spLocks noGrp="1"/>
          </p:cNvSpPr>
          <p:nvPr>
            <p:ph type="title"/>
          </p:nvPr>
        </p:nvSpPr>
        <p:spPr>
          <a:xfrm>
            <a:off x="410363" y="622834"/>
            <a:ext cx="11371275" cy="74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60" name="Google Shape;34;p44"/>
          <p:cNvSpPr txBox="1">
            <a:spLocks noGrp="1"/>
          </p:cNvSpPr>
          <p:nvPr>
            <p:ph type="body" idx="1"/>
          </p:nvPr>
        </p:nvSpPr>
        <p:spPr>
          <a:xfrm>
            <a:off x="609600" y="1738726"/>
            <a:ext cx="5303520" cy="498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861" name="Google Shape;35;p44"/>
          <p:cNvSpPr txBox="1">
            <a:spLocks noGrp="1"/>
          </p:cNvSpPr>
          <p:nvPr>
            <p:ph type="body" idx="2"/>
          </p:nvPr>
        </p:nvSpPr>
        <p:spPr>
          <a:xfrm>
            <a:off x="6278879" y="1738726"/>
            <a:ext cx="5303520" cy="498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862" name="Google Shape;36;p44"/>
          <p:cNvSpPr txBox="1">
            <a:spLocks noGrp="1"/>
          </p:cNvSpPr>
          <p:nvPr>
            <p:ph type="ftr" idx="11"/>
          </p:nvPr>
        </p:nvSpPr>
        <p:spPr>
          <a:xfrm>
            <a:off x="4145281" y="7030498"/>
            <a:ext cx="3901439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63" name="Google Shape;37;p44"/>
          <p:cNvSpPr txBox="1">
            <a:spLocks noGrp="1"/>
          </p:cNvSpPr>
          <p:nvPr>
            <p:ph type="dt" idx="10"/>
          </p:nvPr>
        </p:nvSpPr>
        <p:spPr>
          <a:xfrm>
            <a:off x="60960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64" name="Google Shape;38;p44"/>
          <p:cNvSpPr txBox="1">
            <a:spLocks noGrp="1"/>
          </p:cNvSpPr>
          <p:nvPr>
            <p:ph type="sldNum" idx="12"/>
          </p:nvPr>
        </p:nvSpPr>
        <p:spPr>
          <a:xfrm>
            <a:off x="877824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5" name="Google Shape;40;p45"/>
          <p:cNvSpPr txBox="1">
            <a:spLocks noGrp="1"/>
          </p:cNvSpPr>
          <p:nvPr>
            <p:ph type="title"/>
          </p:nvPr>
        </p:nvSpPr>
        <p:spPr>
          <a:xfrm>
            <a:off x="410363" y="622834"/>
            <a:ext cx="11371275" cy="74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66" name="Google Shape;41;p45"/>
          <p:cNvSpPr txBox="1">
            <a:spLocks noGrp="1"/>
          </p:cNvSpPr>
          <p:nvPr>
            <p:ph type="ftr" idx="11"/>
          </p:nvPr>
        </p:nvSpPr>
        <p:spPr>
          <a:xfrm>
            <a:off x="4145281" y="7030498"/>
            <a:ext cx="3901439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67" name="Google Shape;42;p45"/>
          <p:cNvSpPr txBox="1">
            <a:spLocks noGrp="1"/>
          </p:cNvSpPr>
          <p:nvPr>
            <p:ph type="dt" idx="10"/>
          </p:nvPr>
        </p:nvSpPr>
        <p:spPr>
          <a:xfrm>
            <a:off x="60960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868" name="Google Shape;43;p45"/>
          <p:cNvSpPr txBox="1">
            <a:spLocks noGrp="1"/>
          </p:cNvSpPr>
          <p:nvPr>
            <p:ph type="sldNum" idx="12"/>
          </p:nvPr>
        </p:nvSpPr>
        <p:spPr>
          <a:xfrm>
            <a:off x="877824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40"/>
          <p:cNvSpPr txBox="1">
            <a:spLocks noGrp="1"/>
          </p:cNvSpPr>
          <p:nvPr>
            <p:ph type="title"/>
          </p:nvPr>
        </p:nvSpPr>
        <p:spPr>
          <a:xfrm>
            <a:off x="410363" y="622834"/>
            <a:ext cx="11371275" cy="74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40"/>
          <p:cNvSpPr txBox="1">
            <a:spLocks noGrp="1"/>
          </p:cNvSpPr>
          <p:nvPr>
            <p:ph type="body" idx="1"/>
          </p:nvPr>
        </p:nvSpPr>
        <p:spPr>
          <a:xfrm>
            <a:off x="703581" y="3404654"/>
            <a:ext cx="10784839" cy="1892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8" name="Google Shape;8;p40"/>
          <p:cNvSpPr txBox="1">
            <a:spLocks noGrp="1"/>
          </p:cNvSpPr>
          <p:nvPr>
            <p:ph type="ftr" idx="11"/>
          </p:nvPr>
        </p:nvSpPr>
        <p:spPr>
          <a:xfrm>
            <a:off x="4145281" y="7030498"/>
            <a:ext cx="3901439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9" name="Google Shape;9;p40"/>
          <p:cNvSpPr txBox="1">
            <a:spLocks noGrp="1"/>
          </p:cNvSpPr>
          <p:nvPr>
            <p:ph type="dt" idx="10"/>
          </p:nvPr>
        </p:nvSpPr>
        <p:spPr>
          <a:xfrm>
            <a:off x="60960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80" name="Google Shape;10;p40"/>
          <p:cNvSpPr txBox="1">
            <a:spLocks noGrp="1"/>
          </p:cNvSpPr>
          <p:nvPr>
            <p:ph type="sldNum" idx="12"/>
          </p:nvPr>
        </p:nvSpPr>
        <p:spPr>
          <a:xfrm>
            <a:off x="8778240" y="7030498"/>
            <a:ext cx="2804160" cy="377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zh-TW" smtClean="0"/>
              <a:pPr/>
              <a:t>‹#›</a:t>
            </a:fld>
            <a:endParaRPr lang="zh-TW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" y="192937"/>
            <a:ext cx="12030455" cy="7211900"/>
          </a:xfrm>
          <a:prstGeom prst="rect">
            <a:avLst/>
          </a:prstGeom>
          <a:blipFill dpi="0" rotWithShape="1">
            <a:blip r:embed="rId4">
              <a:alphaModFix amt="54000"/>
            </a:blip>
            <a:srcRect/>
            <a:tile tx="0" ty="0" sx="100000" sy="100000" flip="none" algn="tl"/>
          </a:blipFill>
        </p:spPr>
      </p:pic>
      <p:sp>
        <p:nvSpPr>
          <p:cNvPr id="1048588" name="Google Shape;48;p1"/>
          <p:cNvSpPr txBox="1"/>
          <p:nvPr/>
        </p:nvSpPr>
        <p:spPr>
          <a:xfrm>
            <a:off x="6768966" y="3359688"/>
            <a:ext cx="10858246" cy="1946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120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掌</a:t>
            </a:r>
            <a:r>
              <a:rPr lang="zh-TW" altLang="en-US" sz="12000" b="1" u="sng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運卡</a:t>
            </a:r>
            <a:endParaRPr sz="1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589" name="Google Shape;49;p1"/>
          <p:cNvSpPr/>
          <p:nvPr/>
        </p:nvSpPr>
        <p:spPr>
          <a:xfrm>
            <a:off x="167639" y="515429"/>
            <a:ext cx="11862816" cy="6566916"/>
          </a:xfrm>
          <a:custGeom>
            <a:avLst/>
            <a:gdLst/>
            <a:ahLst/>
            <a:cxnLst/>
            <a:rect l="l" t="t" r="r" b="b"/>
            <a:pathLst>
              <a:path w="11862816" h="6566916" extrusionOk="0">
                <a:moveTo>
                  <a:pt x="0" y="6566916"/>
                </a:moveTo>
                <a:lnTo>
                  <a:pt x="11862816" y="6566916"/>
                </a:lnTo>
                <a:lnTo>
                  <a:pt x="11862816" y="0"/>
                </a:lnTo>
                <a:lnTo>
                  <a:pt x="0" y="0"/>
                </a:lnTo>
                <a:lnTo>
                  <a:pt x="0" y="6566916"/>
                </a:lnTo>
                <a:close/>
              </a:path>
            </a:pathLst>
          </a:custGeom>
          <a:noFill/>
          <a:ln w="12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1" name="Google Shape;51;p1"/>
          <p:cNvSpPr/>
          <p:nvPr/>
        </p:nvSpPr>
        <p:spPr>
          <a:xfrm>
            <a:off x="16528360" y="515429"/>
            <a:ext cx="1556003" cy="153314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0</a:t>
            </a:fld>
            <a:endParaRPr lang="zh-TW" alt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Google Shape;63;p3"/>
          <p:cNvSpPr/>
          <p:nvPr/>
        </p:nvSpPr>
        <p:spPr>
          <a:xfrm>
            <a:off x="0" y="3563429"/>
            <a:ext cx="6565392" cy="3645408"/>
          </a:xfrm>
          <a:custGeom>
            <a:avLst/>
            <a:gdLst/>
            <a:ahLst/>
            <a:cxnLst/>
            <a:rect l="l" t="t" r="r" b="b"/>
            <a:pathLst>
              <a:path w="6565392" h="3645407" extrusionOk="0">
                <a:moveTo>
                  <a:pt x="0" y="3645408"/>
                </a:moveTo>
                <a:lnTo>
                  <a:pt x="6565392" y="3645408"/>
                </a:lnTo>
                <a:lnTo>
                  <a:pt x="6565392" y="0"/>
                </a:lnTo>
                <a:lnTo>
                  <a:pt x="0" y="0"/>
                </a:lnTo>
                <a:lnTo>
                  <a:pt x="0" y="3645408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0" name="Google Shape;64;p3"/>
          <p:cNvSpPr/>
          <p:nvPr/>
        </p:nvSpPr>
        <p:spPr>
          <a:xfrm>
            <a:off x="5626608" y="350842"/>
            <a:ext cx="6565392" cy="3136391"/>
          </a:xfrm>
          <a:custGeom>
            <a:avLst/>
            <a:gdLst/>
            <a:ahLst/>
            <a:cxnLst/>
            <a:rect l="l" t="t" r="r" b="b"/>
            <a:pathLst>
              <a:path w="6565392" h="3136391" extrusionOk="0">
                <a:moveTo>
                  <a:pt x="0" y="3136391"/>
                </a:moveTo>
                <a:lnTo>
                  <a:pt x="6565392" y="3136391"/>
                </a:lnTo>
                <a:lnTo>
                  <a:pt x="6565392" y="0"/>
                </a:lnTo>
                <a:lnTo>
                  <a:pt x="0" y="0"/>
                </a:lnTo>
                <a:lnTo>
                  <a:pt x="0" y="3136391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1" name="Google Shape;65;p3"/>
          <p:cNvSpPr txBox="1"/>
          <p:nvPr/>
        </p:nvSpPr>
        <p:spPr>
          <a:xfrm>
            <a:off x="9190106" y="550486"/>
            <a:ext cx="2356485" cy="2609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24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二</a:t>
            </a:r>
            <a:r>
              <a:rPr lang="en-US" altLang="zh-TW" sz="24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24"/>
              </a:spcBef>
            </a:pPr>
            <a:endParaRPr sz="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0165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自我靈性覺知，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165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藉由自身的提問，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165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啟動真如的自我靈性牽引肉身的選牌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50165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找出凡身的迷失及解決方法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02" name="Google Shape;66;p3"/>
          <p:cNvSpPr txBox="1"/>
          <p:nvPr/>
        </p:nvSpPr>
        <p:spPr>
          <a:xfrm>
            <a:off x="6099433" y="550486"/>
            <a:ext cx="2874645" cy="1801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24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</a:t>
            </a:r>
            <a:r>
              <a:rPr lang="en-US" altLang="zh-TW" sz="24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1"/>
              </a:spcBef>
            </a:pPr>
            <a:endParaRPr sz="6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6040" marR="12700">
              <a:lnSpc>
                <a:spcPct val="100099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何謂撲克牌讀心術，就是慧、 智的結合，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66040" marR="12700">
              <a:lnSpc>
                <a:spcPct val="100099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至少有兩種不同的意思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10"/>
              </a:spcBef>
            </a:pP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604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A. 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指智力與思考力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03" name="Google Shape;67;p3"/>
          <p:cNvSpPr txBox="1"/>
          <p:nvPr/>
        </p:nvSpPr>
        <p:spPr>
          <a:xfrm>
            <a:off x="6153150" y="2645600"/>
            <a:ext cx="2354580" cy="621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B. 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指對人有啟發引導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86360" algn="ctr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作用的特殊見解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04" name="Google Shape;68;p3"/>
          <p:cNvSpPr/>
          <p:nvPr/>
        </p:nvSpPr>
        <p:spPr>
          <a:xfrm>
            <a:off x="5" y="350842"/>
            <a:ext cx="2781299" cy="31363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5" name="Google Shape;69;p3"/>
          <p:cNvSpPr/>
          <p:nvPr/>
        </p:nvSpPr>
        <p:spPr>
          <a:xfrm>
            <a:off x="2845312" y="350842"/>
            <a:ext cx="2781299" cy="313639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6" name="Google Shape;70;p3"/>
          <p:cNvSpPr/>
          <p:nvPr/>
        </p:nvSpPr>
        <p:spPr>
          <a:xfrm>
            <a:off x="5775964" y="3604575"/>
            <a:ext cx="3169919" cy="360426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7" name="Google Shape;71;p3"/>
          <p:cNvSpPr/>
          <p:nvPr/>
        </p:nvSpPr>
        <p:spPr>
          <a:xfrm>
            <a:off x="9022080" y="3603057"/>
            <a:ext cx="3169920" cy="360578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8" name="Google Shape;72;p3"/>
          <p:cNvSpPr txBox="1"/>
          <p:nvPr/>
        </p:nvSpPr>
        <p:spPr>
          <a:xfrm>
            <a:off x="3198627" y="4376244"/>
            <a:ext cx="2061845" cy="147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>
              <a:lnSpc>
                <a:spcPct val="147600"/>
              </a:lnSpc>
            </a:pPr>
            <a:r>
              <a:rPr lang="zh-TW" altLang="en-US" sz="24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四： 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不算命不看運，除迷解惑，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47600"/>
              </a:lnSpc>
            </a:pP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直指人心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09" name="Google Shape;73;p3"/>
          <p:cNvSpPr txBox="1"/>
          <p:nvPr/>
        </p:nvSpPr>
        <p:spPr>
          <a:xfrm>
            <a:off x="457001" y="4395924"/>
            <a:ext cx="2059305" cy="193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>
              <a:lnSpc>
                <a:spcPct val="148400"/>
              </a:lnSpc>
            </a:pPr>
            <a:r>
              <a:rPr lang="zh-TW" altLang="en-US" sz="24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</a:t>
            </a:r>
            <a:r>
              <a:rPr lang="en-US" altLang="zh-TW" sz="24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 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融合道、法、術、 器、勢、志六字真言的顯化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idx="12"/>
          </p:nvPr>
        </p:nvSpPr>
        <p:spPr>
          <a:xfrm>
            <a:off x="8742431" y="7181691"/>
            <a:ext cx="2804160" cy="377984"/>
          </a:xfrm>
        </p:spPr>
        <p:txBody>
          <a:bodyPr/>
          <a:lstStyle/>
          <a:p>
            <a:fld id="{00000000-1234-1234-1234-123412341234}" type="slidenum">
              <a:rPr lang="en-US" altLang="zh-TW" smtClean="0"/>
              <a:pPr/>
              <a:t>1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Google Shape;58;p2"/>
          <p:cNvSpPr txBox="1"/>
          <p:nvPr/>
        </p:nvSpPr>
        <p:spPr>
          <a:xfrm>
            <a:off x="1049020" y="819558"/>
            <a:ext cx="11340598" cy="661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慾望，是人一生中的需求與困惑，也因此造成心的起起浮浮，</a:t>
            </a:r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既然如此</a:t>
            </a:r>
            <a:r>
              <a:rPr lang="en-US" altLang="zh-TW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~</a:t>
            </a:r>
          </a:p>
          <a:p>
            <a:pPr marL="12700" marR="12700" algn="just"/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到底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是隨命？還是創運？那就會因個人的需求不同，產生不同的結果。</a:t>
            </a:r>
            <a:endParaRPr sz="24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3"/>
              </a:spcBef>
            </a:pPr>
            <a:endParaRPr sz="85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人為何要算命，命算得出來嗎？ </a:t>
            </a:r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算了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命之後呢？其實所謂的</a:t>
            </a:r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命中註定</a:t>
            </a:r>
            <a:r>
              <a:rPr lang="en-US" altLang="zh-TW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~</a:t>
            </a:r>
          </a:p>
          <a:p>
            <a:pPr marL="12700" marR="12700" algn="just"/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說穿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了不就是「因」與「果」的聯結，那只要知「因」，造「因</a:t>
            </a:r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</a:t>
            </a:r>
            <a:endParaRPr lang="en-US" altLang="zh-TW" sz="24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就可以 得「好果」，這就是「掌運」，所以只要懂「掌運</a:t>
            </a:r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」又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何必算命</a:t>
            </a:r>
            <a:endParaRPr sz="24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2"/>
              </a:spcBef>
            </a:pPr>
            <a:endParaRPr sz="85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758440" algn="just"/>
            <a:r>
              <a:rPr lang="zh-TW" altLang="en-US" sz="28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陪著你面對「因」，解結困惑，迎向光明燦爛的「果」</a:t>
            </a:r>
            <a:endParaRPr sz="28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29"/>
              </a:spcBef>
            </a:pPr>
            <a:endParaRPr sz="85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撥亂返正，了解自我，讓無上的智慧冉冉升起，不再怪命運的不公</a:t>
            </a:r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2400" b="1" dirty="0" smtClean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到處求神拜佛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及算命，自己的人生自己掌握，自己創造，凡事由心造</a:t>
            </a:r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2400" b="1" dirty="0" smtClean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知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因方能</a:t>
            </a:r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消災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解危，人人</a:t>
            </a:r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皆掌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運</a:t>
            </a:r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懂得善用，大業必就。</a:t>
            </a:r>
            <a:endParaRPr sz="24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2"/>
              </a:spcBef>
            </a:pPr>
            <a:endParaRPr sz="85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 algn="just"/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幫助有緣人除迷解惑，找到自己的正確</a:t>
            </a:r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方向，</a:t>
            </a:r>
            <a:endParaRPr lang="en-US" altLang="zh-TW" sz="2400" b="1" dirty="0" smtClean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是一份非常神聖且意義</a:t>
            </a:r>
            <a:r>
              <a:rPr lang="zh-TW" altLang="en-US" sz="24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非凡的</a:t>
            </a:r>
            <a:r>
              <a:rPr lang="zh-TW" altLang="en-US" sz="2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任務，幫助別人也就是幫助自己</a:t>
            </a:r>
            <a:endParaRPr sz="24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idx="12"/>
          </p:nvPr>
        </p:nvSpPr>
        <p:spPr>
          <a:xfrm>
            <a:off x="8808385" y="7181691"/>
            <a:ext cx="2804160" cy="377984"/>
          </a:xfrm>
        </p:spPr>
        <p:txBody>
          <a:bodyPr/>
          <a:lstStyle/>
          <a:p>
            <a:fld id="{00000000-1234-1234-1234-123412341234}" type="slidenum">
              <a:rPr lang="en-US" altLang="zh-TW" smtClean="0"/>
              <a:pPr/>
              <a:t>2</a:t>
            </a:fld>
            <a:endParaRPr lang="zh-TW" altLang="en-US" dirty="0"/>
          </a:p>
        </p:txBody>
      </p:sp>
      <p:sp>
        <p:nvSpPr>
          <p:cNvPr id="6" name="Google Shape;372;p38"/>
          <p:cNvSpPr/>
          <p:nvPr/>
        </p:nvSpPr>
        <p:spPr>
          <a:xfrm>
            <a:off x="0" y="1946464"/>
            <a:ext cx="414528" cy="3666744"/>
          </a:xfrm>
          <a:custGeom>
            <a:avLst/>
            <a:gdLst/>
            <a:ahLst/>
            <a:cxnLst/>
            <a:rect l="l" t="t" r="r" b="b"/>
            <a:pathLst>
              <a:path w="414528" h="3666744" extrusionOk="0">
                <a:moveTo>
                  <a:pt x="0" y="3666744"/>
                </a:moveTo>
                <a:lnTo>
                  <a:pt x="414528" y="3666744"/>
                </a:lnTo>
                <a:lnTo>
                  <a:pt x="414528" y="0"/>
                </a:lnTo>
                <a:lnTo>
                  <a:pt x="0" y="0"/>
                </a:lnTo>
                <a:lnTo>
                  <a:pt x="0" y="3666744"/>
                </a:lnTo>
                <a:close/>
              </a:path>
            </a:pathLst>
          </a:custGeom>
          <a:solidFill>
            <a:srgbClr val="FF41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Google Shape;78;p4"/>
          <p:cNvSpPr/>
          <p:nvPr/>
        </p:nvSpPr>
        <p:spPr>
          <a:xfrm>
            <a:off x="5" y="350837"/>
            <a:ext cx="2490419" cy="1458340"/>
          </a:xfrm>
          <a:custGeom>
            <a:avLst/>
            <a:gdLst/>
            <a:ahLst/>
            <a:cxnLst/>
            <a:rect l="l" t="t" r="r" b="b"/>
            <a:pathLst>
              <a:path w="2490419" h="1458340" extrusionOk="0">
                <a:moveTo>
                  <a:pt x="2435225" y="0"/>
                </a:moveTo>
                <a:lnTo>
                  <a:pt x="0" y="0"/>
                </a:lnTo>
                <a:lnTo>
                  <a:pt x="0" y="1458340"/>
                </a:lnTo>
                <a:lnTo>
                  <a:pt x="367050" y="1452601"/>
                </a:lnTo>
                <a:lnTo>
                  <a:pt x="697630" y="1433321"/>
                </a:lnTo>
                <a:lnTo>
                  <a:pt x="993516" y="1401579"/>
                </a:lnTo>
                <a:lnTo>
                  <a:pt x="1256482" y="1358452"/>
                </a:lnTo>
                <a:lnTo>
                  <a:pt x="1488303" y="1305020"/>
                </a:lnTo>
                <a:lnTo>
                  <a:pt x="1690754" y="1242359"/>
                </a:lnTo>
                <a:lnTo>
                  <a:pt x="1865610" y="1171549"/>
                </a:lnTo>
                <a:lnTo>
                  <a:pt x="2014646" y="1093668"/>
                </a:lnTo>
                <a:lnTo>
                  <a:pt x="2139638" y="1009793"/>
                </a:lnTo>
                <a:lnTo>
                  <a:pt x="2242359" y="921003"/>
                </a:lnTo>
                <a:lnTo>
                  <a:pt x="2324586" y="828377"/>
                </a:lnTo>
                <a:lnTo>
                  <a:pt x="2388092" y="732993"/>
                </a:lnTo>
                <a:lnTo>
                  <a:pt x="2434654" y="635928"/>
                </a:lnTo>
                <a:lnTo>
                  <a:pt x="2466045" y="538261"/>
                </a:lnTo>
                <a:lnTo>
                  <a:pt x="2484042" y="441071"/>
                </a:lnTo>
                <a:lnTo>
                  <a:pt x="2490419" y="345434"/>
                </a:lnTo>
                <a:lnTo>
                  <a:pt x="2486950" y="252431"/>
                </a:lnTo>
                <a:lnTo>
                  <a:pt x="2475412" y="163139"/>
                </a:lnTo>
                <a:lnTo>
                  <a:pt x="2457578" y="78635"/>
                </a:lnTo>
                <a:lnTo>
                  <a:pt x="2435225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18" name="Google Shape;79;p4"/>
          <p:cNvSpPr txBox="1"/>
          <p:nvPr/>
        </p:nvSpPr>
        <p:spPr>
          <a:xfrm>
            <a:off x="154640" y="713426"/>
            <a:ext cx="2061845" cy="497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紙牌的秘密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19" name="Google Shape;80;p4"/>
          <p:cNvSpPr txBox="1"/>
          <p:nvPr/>
        </p:nvSpPr>
        <p:spPr>
          <a:xfrm>
            <a:off x="2473579" y="827849"/>
            <a:ext cx="9514840" cy="3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2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撲克牌的起源是源於記錄天體運行，將其內涵和西洋曆法做比對，</a:t>
            </a:r>
            <a:endParaRPr lang="en-US" altLang="zh-TW" sz="2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2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就可以明白</a:t>
            </a:r>
            <a:r>
              <a:rPr lang="en-US" altLang="zh-TW" sz="2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  <a:endParaRPr sz="2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20" name="Google Shape;81;p4"/>
          <p:cNvSpPr txBox="1"/>
          <p:nvPr/>
        </p:nvSpPr>
        <p:spPr>
          <a:xfrm>
            <a:off x="2473578" y="1650305"/>
            <a:ext cx="10587915" cy="618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一副撲克牌有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54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張，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52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張數字牌、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</a:t>
            </a:r>
            <a:r>
              <a:rPr lang="en-US" altLang="zh-TW" sz="2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Joker</a:t>
            </a:r>
            <a:r>
              <a:rPr lang="en-US" altLang="zh-TW" sz="1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1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看天地看好更好看壞更壞</a:t>
            </a:r>
            <a:r>
              <a:rPr lang="en-US" altLang="zh-TW" sz="1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2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endParaRPr lang="en-US" altLang="zh-TW" sz="24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2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個花色、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種</a:t>
            </a:r>
            <a:r>
              <a:rPr lang="zh-TW" altLang="en-US" sz="2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顏色</a:t>
            </a:r>
            <a:r>
              <a:rPr lang="en-US" altLang="zh-TW" sz="1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1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白天晚上</a:t>
            </a:r>
            <a:r>
              <a:rPr lang="en-US" altLang="zh-TW" sz="1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1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2604770">
              <a:lnSpc>
                <a:spcPct val="200100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 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52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張是一整年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52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個星期 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2604770">
              <a:lnSpc>
                <a:spcPct val="200100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黑桃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(S)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、紅心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(H)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、方塊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(D)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、梅花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(C)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春、夏、秋、冬四季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2604770">
              <a:lnSpc>
                <a:spcPct val="200100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：每季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張，表示一季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星期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40"/>
              </a:spcBef>
            </a:pPr>
            <a:endParaRPr sz="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：每種圖案共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張（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A-K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），把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當十一點， 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當十二點，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當十三點，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數字加起來是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91 ,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而每季平均也是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91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天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15"/>
              </a:spcBef>
            </a:pPr>
            <a:endParaRPr sz="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387475">
              <a:lnSpc>
                <a:spcPct val="240000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91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天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×4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季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=364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，加小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Joker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365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天，恰巧是一年正常天數 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387475">
              <a:lnSpc>
                <a:spcPct val="240000"/>
              </a:lnSpc>
            </a:pP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F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：大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Joker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代表閏年多的那一天，每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年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月就會有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29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日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24"/>
              </a:spcBef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：全牌只有兩色，紅色表白天，黑表夜晚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734" y="5300643"/>
            <a:ext cx="2544266" cy="1908199"/>
          </a:xfrm>
          <a:prstGeom prst="rect">
            <a:avLst/>
          </a:prstGeom>
        </p:spPr>
      </p:pic>
      <p:sp>
        <p:nvSpPr>
          <p:cNvPr id="11" name="投影片編號版面配置區 10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Google Shape;86;p5"/>
          <p:cNvSpPr/>
          <p:nvPr/>
        </p:nvSpPr>
        <p:spPr>
          <a:xfrm>
            <a:off x="5" y="350837"/>
            <a:ext cx="2490419" cy="1458340"/>
          </a:xfrm>
          <a:custGeom>
            <a:avLst/>
            <a:gdLst/>
            <a:ahLst/>
            <a:cxnLst/>
            <a:rect l="l" t="t" r="r" b="b"/>
            <a:pathLst>
              <a:path w="2490419" h="1458340" extrusionOk="0">
                <a:moveTo>
                  <a:pt x="2435225" y="0"/>
                </a:moveTo>
                <a:lnTo>
                  <a:pt x="0" y="0"/>
                </a:lnTo>
                <a:lnTo>
                  <a:pt x="0" y="1458340"/>
                </a:lnTo>
                <a:lnTo>
                  <a:pt x="367050" y="1452601"/>
                </a:lnTo>
                <a:lnTo>
                  <a:pt x="697630" y="1433321"/>
                </a:lnTo>
                <a:lnTo>
                  <a:pt x="993516" y="1401579"/>
                </a:lnTo>
                <a:lnTo>
                  <a:pt x="1256482" y="1358452"/>
                </a:lnTo>
                <a:lnTo>
                  <a:pt x="1488303" y="1305020"/>
                </a:lnTo>
                <a:lnTo>
                  <a:pt x="1690754" y="1242359"/>
                </a:lnTo>
                <a:lnTo>
                  <a:pt x="1865610" y="1171549"/>
                </a:lnTo>
                <a:lnTo>
                  <a:pt x="2014646" y="1093668"/>
                </a:lnTo>
                <a:lnTo>
                  <a:pt x="2139638" y="1009793"/>
                </a:lnTo>
                <a:lnTo>
                  <a:pt x="2242359" y="921003"/>
                </a:lnTo>
                <a:lnTo>
                  <a:pt x="2324586" y="828377"/>
                </a:lnTo>
                <a:lnTo>
                  <a:pt x="2388092" y="732993"/>
                </a:lnTo>
                <a:lnTo>
                  <a:pt x="2434654" y="635928"/>
                </a:lnTo>
                <a:lnTo>
                  <a:pt x="2466045" y="538261"/>
                </a:lnTo>
                <a:lnTo>
                  <a:pt x="2484042" y="441071"/>
                </a:lnTo>
                <a:lnTo>
                  <a:pt x="2490419" y="345434"/>
                </a:lnTo>
                <a:lnTo>
                  <a:pt x="2486950" y="252431"/>
                </a:lnTo>
                <a:lnTo>
                  <a:pt x="2475412" y="163139"/>
                </a:lnTo>
                <a:lnTo>
                  <a:pt x="2457578" y="78635"/>
                </a:lnTo>
                <a:lnTo>
                  <a:pt x="2435225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4" name="Google Shape;87;p5"/>
          <p:cNvSpPr txBox="1"/>
          <p:nvPr/>
        </p:nvSpPr>
        <p:spPr>
          <a:xfrm>
            <a:off x="357636" y="713426"/>
            <a:ext cx="1653539" cy="497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問牌需知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25" name="Google Shape;88;p5"/>
          <p:cNvSpPr txBox="1"/>
          <p:nvPr/>
        </p:nvSpPr>
        <p:spPr>
          <a:xfrm>
            <a:off x="2382392" y="6239572"/>
            <a:ext cx="1579880" cy="37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※ 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不疑不問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26" name="Google Shape;89;p5"/>
          <p:cNvSpPr txBox="1"/>
          <p:nvPr/>
        </p:nvSpPr>
        <p:spPr>
          <a:xfrm>
            <a:off x="2382392" y="1080007"/>
            <a:ext cx="9207500" cy="440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24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首先請靜下心來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3"/>
              </a:spcBef>
            </a:pP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7500" marR="12700" indent="-304800" algn="just"/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※ 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在心中默念想要問的問題，任何想知道的人、事、時、地、物都可 設定為想問的問題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0"/>
              </a:spcBef>
            </a:pP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17500" marR="12700" indent="-304800" algn="just"/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※ 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可以自己問問題，也可幫他人問，但一次只能問一個問題，如果問 題涉及人物對象，可在心裡默念其姓名，並想著對方的形象，則會 更加的精準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29"/>
              </a:spcBef>
            </a:pP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※ 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一事不二問，但可改變問法來問同樣的問題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3"/>
              </a:spcBef>
            </a:pP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※ 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居心要正，凡問邪事、投機、賭博等，或心存邪念、妄想者不靈驗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1874" y="5300639"/>
            <a:ext cx="2544266" cy="1908199"/>
          </a:xfrm>
          <a:prstGeom prst="rect">
            <a:avLst/>
          </a:prstGeom>
        </p:spPr>
      </p:pic>
      <p:sp>
        <p:nvSpPr>
          <p:cNvPr id="11" name="投影片編號版面配置區 10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4</a:t>
            </a:fld>
            <a:endParaRPr lang="zh-TW" altLang="en-US"/>
          </a:p>
        </p:txBody>
      </p:sp>
      <p:sp>
        <p:nvSpPr>
          <p:cNvPr id="8" name="Google Shape;88;p5"/>
          <p:cNvSpPr txBox="1"/>
          <p:nvPr/>
        </p:nvSpPr>
        <p:spPr>
          <a:xfrm>
            <a:off x="4080508" y="6209727"/>
            <a:ext cx="6277612" cy="182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2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一誠心誠意二不重複問三尊重過程</a:t>
            </a:r>
            <a:r>
              <a:rPr lang="en-US" altLang="zh-TW" sz="2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sp>
        <p:nvSpPr>
          <p:cNvPr id="1048629" name="Google Shape;94;p6"/>
          <p:cNvSpPr/>
          <p:nvPr/>
        </p:nvSpPr>
        <p:spPr>
          <a:xfrm>
            <a:off x="5" y="350837"/>
            <a:ext cx="2490419" cy="1458340"/>
          </a:xfrm>
          <a:custGeom>
            <a:avLst/>
            <a:gdLst/>
            <a:ahLst/>
            <a:cxnLst/>
            <a:rect l="l" t="t" r="r" b="b"/>
            <a:pathLst>
              <a:path w="2490419" h="1458340" extrusionOk="0">
                <a:moveTo>
                  <a:pt x="2435225" y="0"/>
                </a:moveTo>
                <a:lnTo>
                  <a:pt x="0" y="0"/>
                </a:lnTo>
                <a:lnTo>
                  <a:pt x="0" y="1458340"/>
                </a:lnTo>
                <a:lnTo>
                  <a:pt x="367050" y="1452601"/>
                </a:lnTo>
                <a:lnTo>
                  <a:pt x="697630" y="1433321"/>
                </a:lnTo>
                <a:lnTo>
                  <a:pt x="993516" y="1401579"/>
                </a:lnTo>
                <a:lnTo>
                  <a:pt x="1256482" y="1358452"/>
                </a:lnTo>
                <a:lnTo>
                  <a:pt x="1488303" y="1305020"/>
                </a:lnTo>
                <a:lnTo>
                  <a:pt x="1690754" y="1242359"/>
                </a:lnTo>
                <a:lnTo>
                  <a:pt x="1865610" y="1171549"/>
                </a:lnTo>
                <a:lnTo>
                  <a:pt x="2014646" y="1093668"/>
                </a:lnTo>
                <a:lnTo>
                  <a:pt x="2139638" y="1009793"/>
                </a:lnTo>
                <a:lnTo>
                  <a:pt x="2242359" y="921003"/>
                </a:lnTo>
                <a:lnTo>
                  <a:pt x="2324586" y="828377"/>
                </a:lnTo>
                <a:lnTo>
                  <a:pt x="2388092" y="732993"/>
                </a:lnTo>
                <a:lnTo>
                  <a:pt x="2434654" y="635928"/>
                </a:lnTo>
                <a:lnTo>
                  <a:pt x="2466045" y="538261"/>
                </a:lnTo>
                <a:lnTo>
                  <a:pt x="2484042" y="441071"/>
                </a:lnTo>
                <a:lnTo>
                  <a:pt x="2490419" y="345434"/>
                </a:lnTo>
                <a:lnTo>
                  <a:pt x="2486950" y="252431"/>
                </a:lnTo>
                <a:lnTo>
                  <a:pt x="2475412" y="163139"/>
                </a:lnTo>
                <a:lnTo>
                  <a:pt x="2457578" y="78635"/>
                </a:lnTo>
                <a:lnTo>
                  <a:pt x="2435225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30" name="Google Shape;95;p6"/>
          <p:cNvSpPr txBox="1"/>
          <p:nvPr/>
        </p:nvSpPr>
        <p:spPr>
          <a:xfrm>
            <a:off x="179024" y="720412"/>
            <a:ext cx="2061845" cy="497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問牌的方法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31" name="Google Shape;96;p6"/>
          <p:cNvSpPr txBox="1"/>
          <p:nvPr/>
        </p:nvSpPr>
        <p:spPr>
          <a:xfrm>
            <a:off x="2544266" y="5371121"/>
            <a:ext cx="9179578" cy="883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第二張牌代表著最後的結果或是該如何解決的方案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32" name="Google Shape;97;p6"/>
          <p:cNvSpPr txBox="1"/>
          <p:nvPr/>
        </p:nvSpPr>
        <p:spPr>
          <a:xfrm>
            <a:off x="2544266" y="589783"/>
            <a:ext cx="8961934" cy="5846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問題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心裡想著要問的問題，並一方面洗牌，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並依序每翻一張牌後，需再洗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牌</a:t>
            </a:r>
            <a:r>
              <a:rPr lang="en-US" altLang="zh-TW" sz="1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1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不可說話邊說邊問</a:t>
            </a:r>
            <a:r>
              <a:rPr lang="en-US" altLang="zh-TW" sz="1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然後再翻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牌翻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出的第一張牌為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前因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前因有好有壞，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若是</a:t>
            </a:r>
            <a:r>
              <a:rPr lang="zh-TW" altLang="en-US" sz="3200" b="1" u="sng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前因則代表目前是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樂觀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的，壞因則是目前有困難的，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但是要看第二張牌，結論才知最後的結果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果報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997" y="5611956"/>
            <a:ext cx="2069007" cy="1547745"/>
          </a:xfrm>
          <a:prstGeom prst="rect">
            <a:avLst/>
          </a:prstGeom>
        </p:spPr>
      </p:pic>
      <p:sp>
        <p:nvSpPr>
          <p:cNvPr id="1048635" name="Google Shape;102;p7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36" name="Google Shape;103;p7"/>
          <p:cNvSpPr txBox="1"/>
          <p:nvPr/>
        </p:nvSpPr>
        <p:spPr>
          <a:xfrm>
            <a:off x="8202553" y="1247462"/>
            <a:ext cx="3688079" cy="497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撲克牌的十三個數字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37" name="Google Shape;104;p7"/>
          <p:cNvSpPr txBox="1"/>
          <p:nvPr/>
        </p:nvSpPr>
        <p:spPr>
          <a:xfrm>
            <a:off x="8202553" y="1821628"/>
            <a:ext cx="3688079" cy="497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    </a:t>
            </a:r>
            <a:r>
              <a:rPr lang="zh-TW" altLang="en-US" sz="20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及</a:t>
            </a:r>
            <a:endParaRPr lang="en-US" altLang="zh-TW" sz="2000" b="1" dirty="0" smtClean="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</a:t>
            </a:r>
            <a:r>
              <a:rPr lang="zh-TW" altLang="en-US" sz="32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四種花色的涵意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38" name="Google Shape;105;p7"/>
          <p:cNvSpPr txBox="1"/>
          <p:nvPr/>
        </p:nvSpPr>
        <p:spPr>
          <a:xfrm>
            <a:off x="493882" y="2134552"/>
            <a:ext cx="7274559" cy="74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撲克牌有</a:t>
            </a:r>
            <a:r>
              <a:rPr lang="en-US" alt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r>
              <a:rPr lang="zh-TW" altLang="en-US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個數字代表</a:t>
            </a:r>
            <a:r>
              <a:rPr lang="en-US" alt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r>
              <a:rPr lang="zh-TW" altLang="en-US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種角色，而</a:t>
            </a:r>
            <a:r>
              <a:rPr lang="en-US" alt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種花色，則可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以解釋成這些角色的個性，一副牌有</a:t>
            </a:r>
            <a:r>
              <a:rPr lang="en-US" alt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52</a:t>
            </a:r>
            <a:r>
              <a:rPr lang="zh-TW" altLang="en-US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張，</a:t>
            </a:r>
            <a:r>
              <a:rPr lang="en-US" alt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種花色。</a:t>
            </a:r>
            <a:endParaRPr sz="2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39" name="Google Shape;106;p7"/>
          <p:cNvSpPr/>
          <p:nvPr/>
        </p:nvSpPr>
        <p:spPr>
          <a:xfrm>
            <a:off x="298704" y="378269"/>
            <a:ext cx="2239518" cy="166649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0" name="Google Shape;107;p7"/>
          <p:cNvSpPr txBox="1"/>
          <p:nvPr/>
        </p:nvSpPr>
        <p:spPr>
          <a:xfrm>
            <a:off x="493877" y="3232085"/>
            <a:ext cx="11604338" cy="35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因此若每個問題用兩張牌解釋的話會有</a:t>
            </a:r>
            <a:r>
              <a:rPr lang="en-US" altLang="zh-TW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2652</a:t>
            </a:r>
            <a:r>
              <a:rPr lang="zh-TW" altLang="en-US" sz="2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種機率出現。</a:t>
            </a:r>
            <a:endParaRPr sz="2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4"/>
              </a:spcBef>
            </a:pPr>
            <a:endParaRPr sz="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endParaRPr lang="en-US" altLang="zh-TW" sz="24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2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花色的含義</a:t>
            </a:r>
            <a:endParaRPr sz="26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33400"/>
              </a:lnSpc>
            </a:pPr>
            <a:r>
              <a:rPr lang="zh-TW" altLang="en-US" sz="2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黑桃</a:t>
            </a:r>
            <a:r>
              <a:rPr lang="en-US" altLang="zh-TW" sz="2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pade</a:t>
            </a:r>
            <a:r>
              <a:rPr lang="zh-TW" altLang="en-US" sz="2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男性的、陽剛的、標準的、固執的、專注的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木訥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的、霸氣的、率直的 </a:t>
            </a:r>
            <a:endParaRPr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33400"/>
              </a:lnSpc>
            </a:pPr>
            <a:r>
              <a:rPr lang="zh-TW" altLang="en-US" sz="2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紅心</a:t>
            </a:r>
            <a:r>
              <a:rPr lang="en-US" altLang="zh-TW" sz="2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eart</a:t>
            </a:r>
            <a:r>
              <a:rPr lang="zh-TW" altLang="en-US" sz="26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女性的，柔情的、溫暖的、有愛心的、甜蜜的、圓滿的、善良的 </a:t>
            </a:r>
            <a:endParaRPr sz="20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33400"/>
              </a:lnSpc>
            </a:pPr>
            <a:r>
              <a:rPr lang="zh-TW" altLang="en-US" sz="26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紅磚</a:t>
            </a:r>
            <a:r>
              <a:rPr lang="en-US" altLang="zh-TW" sz="26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iamond</a:t>
            </a:r>
            <a:r>
              <a:rPr lang="zh-TW" altLang="en-US" sz="26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zh-TW" altLang="en-US" sz="16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金錢、事業、權力、尖銳的、強烈</a:t>
            </a:r>
            <a:r>
              <a:rPr lang="zh-TW" altLang="en-US" sz="1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 </a:t>
            </a:r>
            <a:r>
              <a:rPr lang="zh-TW" altLang="en-US" sz="16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、有力量的、挑剔的、鑽牛角尖的、精明的</a:t>
            </a:r>
            <a:endParaRPr sz="16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33400"/>
              </a:lnSpc>
            </a:pPr>
            <a:r>
              <a:rPr lang="zh-TW" altLang="en-US" sz="26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</a:t>
            </a:r>
            <a:r>
              <a:rPr lang="zh-TW" altLang="en-US" sz="2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梅</a:t>
            </a:r>
            <a:r>
              <a:rPr lang="en-US" altLang="zh-TW" sz="2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loud</a:t>
            </a:r>
            <a:r>
              <a:rPr lang="zh-TW" altLang="en-US" sz="2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消極、拖延的、破壞的、不再用心的、比原來狀態差的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、晃神的、失當的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67" y="6246358"/>
            <a:ext cx="438910" cy="418959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52" y="5709229"/>
            <a:ext cx="337518" cy="46733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64" y="5281018"/>
            <a:ext cx="359539" cy="330939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136" y="4686539"/>
            <a:ext cx="338138" cy="419100"/>
          </a:xfrm>
          <a:prstGeom prst="rect">
            <a:avLst/>
          </a:prstGeom>
        </p:spPr>
      </p:pic>
      <p:sp>
        <p:nvSpPr>
          <p:cNvPr id="15" name="投影片編號版面配置區 1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Google Shape;112;p8"/>
          <p:cNvSpPr/>
          <p:nvPr/>
        </p:nvSpPr>
        <p:spPr>
          <a:xfrm>
            <a:off x="8942711" y="350842"/>
            <a:ext cx="3249293" cy="2388235"/>
          </a:xfrm>
          <a:custGeom>
            <a:avLst/>
            <a:gdLst/>
            <a:ahLst/>
            <a:cxnLst/>
            <a:rect l="l" t="t" r="r" b="b"/>
            <a:pathLst>
              <a:path w="3249293" h="2388235" extrusionOk="0">
                <a:moveTo>
                  <a:pt x="3249293" y="0"/>
                </a:moveTo>
                <a:lnTo>
                  <a:pt x="73531" y="0"/>
                </a:lnTo>
                <a:lnTo>
                  <a:pt x="43918" y="128761"/>
                </a:lnTo>
                <a:lnTo>
                  <a:pt x="20249" y="267134"/>
                </a:lnTo>
                <a:lnTo>
                  <a:pt x="4838" y="413352"/>
                </a:lnTo>
                <a:lnTo>
                  <a:pt x="0" y="565648"/>
                </a:lnTo>
                <a:lnTo>
                  <a:pt x="8049" y="722258"/>
                </a:lnTo>
                <a:lnTo>
                  <a:pt x="31301" y="881416"/>
                </a:lnTo>
                <a:lnTo>
                  <a:pt x="72070" y="1041355"/>
                </a:lnTo>
                <a:lnTo>
                  <a:pt x="132671" y="1200310"/>
                </a:lnTo>
                <a:lnTo>
                  <a:pt x="215418" y="1356515"/>
                </a:lnTo>
                <a:lnTo>
                  <a:pt x="322626" y="1508204"/>
                </a:lnTo>
                <a:lnTo>
                  <a:pt x="456610" y="1653611"/>
                </a:lnTo>
                <a:lnTo>
                  <a:pt x="619684" y="1790971"/>
                </a:lnTo>
                <a:lnTo>
                  <a:pt x="814164" y="1918517"/>
                </a:lnTo>
                <a:lnTo>
                  <a:pt x="1042363" y="2034484"/>
                </a:lnTo>
                <a:lnTo>
                  <a:pt x="1306596" y="2137106"/>
                </a:lnTo>
                <a:lnTo>
                  <a:pt x="1609179" y="2224617"/>
                </a:lnTo>
                <a:lnTo>
                  <a:pt x="1952425" y="2295251"/>
                </a:lnTo>
                <a:lnTo>
                  <a:pt x="2338650" y="2347243"/>
                </a:lnTo>
                <a:lnTo>
                  <a:pt x="2770168" y="2378826"/>
                </a:lnTo>
                <a:lnTo>
                  <a:pt x="3249293" y="2388235"/>
                </a:lnTo>
                <a:lnTo>
                  <a:pt x="3249293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4" name="Google Shape;113;p8"/>
          <p:cNvSpPr txBox="1"/>
          <p:nvPr/>
        </p:nvSpPr>
        <p:spPr>
          <a:xfrm>
            <a:off x="9183751" y="842077"/>
            <a:ext cx="287401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218"/>
              </a:lnSpc>
            </a:pPr>
            <a:r>
              <a:rPr lang="zh-TW" altLang="en-US"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四種花色所象徵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45" name="Google Shape;114;p8"/>
          <p:cNvSpPr txBox="1"/>
          <p:nvPr/>
        </p:nvSpPr>
        <p:spPr>
          <a:xfrm>
            <a:off x="491439" y="1527872"/>
            <a:ext cx="11607800" cy="464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53975" algn="r"/>
            <a:r>
              <a:rPr lang="zh-TW" altLang="en-US" sz="40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之不同意義</a:t>
            </a:r>
            <a:endParaRPr sz="4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82"/>
              </a:spcBef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黑桃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Spade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1"/>
              </a:spcBef>
            </a:pP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男性的、陽剛的、標準的、堅持的、有能量的、堅定、毅力、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勇氣、強而有力、力量、 果斷、固執、很保護自己、堅毅、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自由、創造、勇敢、強壯、巨大、太陽、忠誠、 國王、智者、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樹木、明理、公正、公私分明、個性直爽、很懂的溝通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明確的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、正面陽光的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給身邊的人一 種嚴肅不易靠近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46" name="Google Shape;115;p8"/>
          <p:cNvSpPr/>
          <p:nvPr/>
        </p:nvSpPr>
        <p:spPr>
          <a:xfrm>
            <a:off x="298704" y="378269"/>
            <a:ext cx="2239518" cy="16664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7" name="Google Shape;116;p8"/>
          <p:cNvSpPr/>
          <p:nvPr/>
        </p:nvSpPr>
        <p:spPr>
          <a:xfrm>
            <a:off x="1580388" y="936053"/>
            <a:ext cx="1319022" cy="121996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7</a:t>
            </a:fld>
            <a:endParaRPr lang="zh-TW" altLang="en-US"/>
          </a:p>
        </p:txBody>
      </p:sp>
      <p:sp>
        <p:nvSpPr>
          <p:cNvPr id="8" name="Google Shape;107;p7"/>
          <p:cNvSpPr txBox="1"/>
          <p:nvPr/>
        </p:nvSpPr>
        <p:spPr>
          <a:xfrm>
            <a:off x="2848765" y="936053"/>
            <a:ext cx="1332330" cy="102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6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</a:t>
            </a:r>
            <a:endParaRPr sz="6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Google Shape;121;p9"/>
          <p:cNvSpPr/>
          <p:nvPr/>
        </p:nvSpPr>
        <p:spPr>
          <a:xfrm>
            <a:off x="8942711" y="350842"/>
            <a:ext cx="3249293" cy="2388235"/>
          </a:xfrm>
          <a:custGeom>
            <a:avLst/>
            <a:gdLst/>
            <a:ahLst/>
            <a:cxnLst/>
            <a:rect l="l" t="t" r="r" b="b"/>
            <a:pathLst>
              <a:path w="3249293" h="2388235" extrusionOk="0">
                <a:moveTo>
                  <a:pt x="3249293" y="0"/>
                </a:moveTo>
                <a:lnTo>
                  <a:pt x="73531" y="0"/>
                </a:lnTo>
                <a:lnTo>
                  <a:pt x="43918" y="128761"/>
                </a:lnTo>
                <a:lnTo>
                  <a:pt x="20249" y="267134"/>
                </a:lnTo>
                <a:lnTo>
                  <a:pt x="4838" y="413352"/>
                </a:lnTo>
                <a:lnTo>
                  <a:pt x="0" y="565648"/>
                </a:lnTo>
                <a:lnTo>
                  <a:pt x="8049" y="722258"/>
                </a:lnTo>
                <a:lnTo>
                  <a:pt x="31301" y="881416"/>
                </a:lnTo>
                <a:lnTo>
                  <a:pt x="72070" y="1041355"/>
                </a:lnTo>
                <a:lnTo>
                  <a:pt x="132671" y="1200310"/>
                </a:lnTo>
                <a:lnTo>
                  <a:pt x="215418" y="1356515"/>
                </a:lnTo>
                <a:lnTo>
                  <a:pt x="322626" y="1508204"/>
                </a:lnTo>
                <a:lnTo>
                  <a:pt x="456610" y="1653611"/>
                </a:lnTo>
                <a:lnTo>
                  <a:pt x="619684" y="1790971"/>
                </a:lnTo>
                <a:lnTo>
                  <a:pt x="814164" y="1918517"/>
                </a:lnTo>
                <a:lnTo>
                  <a:pt x="1042363" y="2034484"/>
                </a:lnTo>
                <a:lnTo>
                  <a:pt x="1306596" y="2137106"/>
                </a:lnTo>
                <a:lnTo>
                  <a:pt x="1609179" y="2224617"/>
                </a:lnTo>
                <a:lnTo>
                  <a:pt x="1952425" y="2295251"/>
                </a:lnTo>
                <a:lnTo>
                  <a:pt x="2338650" y="2347243"/>
                </a:lnTo>
                <a:lnTo>
                  <a:pt x="2770168" y="2378826"/>
                </a:lnTo>
                <a:lnTo>
                  <a:pt x="3249293" y="2388235"/>
                </a:lnTo>
                <a:lnTo>
                  <a:pt x="3249293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1" name="Google Shape;122;p9"/>
          <p:cNvSpPr txBox="1"/>
          <p:nvPr/>
        </p:nvSpPr>
        <p:spPr>
          <a:xfrm>
            <a:off x="9183751" y="842077"/>
            <a:ext cx="287401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218"/>
              </a:lnSpc>
            </a:pPr>
            <a:r>
              <a:rPr lang="zh-TW" altLang="en-US"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四種花色所象徵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52" name="Google Shape;123;p9"/>
          <p:cNvSpPr txBox="1"/>
          <p:nvPr/>
        </p:nvSpPr>
        <p:spPr>
          <a:xfrm>
            <a:off x="491444" y="1527877"/>
            <a:ext cx="11566525" cy="288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12700" algn="r"/>
            <a:r>
              <a:rPr lang="zh-TW" altLang="en-US" sz="40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之不同意義</a:t>
            </a:r>
            <a:endParaRPr sz="4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82"/>
              </a:spcBef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紅心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Heart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1"/>
              </a:spcBef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7559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女性的，柔情的、溫暖的、有愛的、善良的、柔弱的、細膩、親切、智慧、愛情、 溫柔、有愛心、貼心、懂事、有包容心、容易感動、呵護、可愛的、善解人意、 歡喜的、月亮、慵懶、皇后、水、愛、浪漫主義者、很會觀察人、事、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物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27559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做事小心 翼翼、就算有想法但行動一樣放慢、和群、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27559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悶燒型主義者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53" name="Google Shape;124;p9"/>
          <p:cNvSpPr/>
          <p:nvPr/>
        </p:nvSpPr>
        <p:spPr>
          <a:xfrm>
            <a:off x="298704" y="378269"/>
            <a:ext cx="2239518" cy="16664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4" name="Google Shape;125;p9"/>
          <p:cNvSpPr/>
          <p:nvPr/>
        </p:nvSpPr>
        <p:spPr>
          <a:xfrm>
            <a:off x="1574291" y="974140"/>
            <a:ext cx="1308354" cy="116358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8</a:t>
            </a:fld>
            <a:endParaRPr lang="zh-TW" altLang="en-US"/>
          </a:p>
        </p:txBody>
      </p:sp>
      <p:sp>
        <p:nvSpPr>
          <p:cNvPr id="8" name="Google Shape;107;p7"/>
          <p:cNvSpPr txBox="1"/>
          <p:nvPr/>
        </p:nvSpPr>
        <p:spPr>
          <a:xfrm>
            <a:off x="2848765" y="936053"/>
            <a:ext cx="1332330" cy="102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6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</a:t>
            </a:r>
            <a:endParaRPr sz="6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130;p10"/>
          <p:cNvSpPr/>
          <p:nvPr/>
        </p:nvSpPr>
        <p:spPr>
          <a:xfrm>
            <a:off x="8942711" y="350842"/>
            <a:ext cx="3249293" cy="2388235"/>
          </a:xfrm>
          <a:custGeom>
            <a:avLst/>
            <a:gdLst/>
            <a:ahLst/>
            <a:cxnLst/>
            <a:rect l="l" t="t" r="r" b="b"/>
            <a:pathLst>
              <a:path w="3249293" h="2388235" extrusionOk="0">
                <a:moveTo>
                  <a:pt x="3249293" y="0"/>
                </a:moveTo>
                <a:lnTo>
                  <a:pt x="73531" y="0"/>
                </a:lnTo>
                <a:lnTo>
                  <a:pt x="43918" y="128761"/>
                </a:lnTo>
                <a:lnTo>
                  <a:pt x="20249" y="267134"/>
                </a:lnTo>
                <a:lnTo>
                  <a:pt x="4838" y="413352"/>
                </a:lnTo>
                <a:lnTo>
                  <a:pt x="0" y="565648"/>
                </a:lnTo>
                <a:lnTo>
                  <a:pt x="8049" y="722258"/>
                </a:lnTo>
                <a:lnTo>
                  <a:pt x="31301" y="881416"/>
                </a:lnTo>
                <a:lnTo>
                  <a:pt x="72070" y="1041355"/>
                </a:lnTo>
                <a:lnTo>
                  <a:pt x="132671" y="1200310"/>
                </a:lnTo>
                <a:lnTo>
                  <a:pt x="215418" y="1356515"/>
                </a:lnTo>
                <a:lnTo>
                  <a:pt x="322626" y="1508204"/>
                </a:lnTo>
                <a:lnTo>
                  <a:pt x="456610" y="1653611"/>
                </a:lnTo>
                <a:lnTo>
                  <a:pt x="619684" y="1790971"/>
                </a:lnTo>
                <a:lnTo>
                  <a:pt x="814164" y="1918517"/>
                </a:lnTo>
                <a:lnTo>
                  <a:pt x="1042363" y="2034484"/>
                </a:lnTo>
                <a:lnTo>
                  <a:pt x="1306596" y="2137106"/>
                </a:lnTo>
                <a:lnTo>
                  <a:pt x="1609179" y="2224617"/>
                </a:lnTo>
                <a:lnTo>
                  <a:pt x="1952425" y="2295251"/>
                </a:lnTo>
                <a:lnTo>
                  <a:pt x="2338650" y="2347243"/>
                </a:lnTo>
                <a:lnTo>
                  <a:pt x="2770168" y="2378826"/>
                </a:lnTo>
                <a:lnTo>
                  <a:pt x="3249293" y="2388235"/>
                </a:lnTo>
                <a:lnTo>
                  <a:pt x="3249293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58" name="Google Shape;131;p10"/>
          <p:cNvSpPr txBox="1"/>
          <p:nvPr/>
        </p:nvSpPr>
        <p:spPr>
          <a:xfrm>
            <a:off x="9183751" y="842077"/>
            <a:ext cx="287401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218"/>
              </a:lnSpc>
            </a:pPr>
            <a:r>
              <a:rPr lang="zh-TW" altLang="en-US"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四種花色所象徵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59" name="Google Shape;132;p10"/>
          <p:cNvSpPr txBox="1"/>
          <p:nvPr/>
        </p:nvSpPr>
        <p:spPr>
          <a:xfrm>
            <a:off x="491439" y="1527877"/>
            <a:ext cx="11607800" cy="288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53975" algn="r"/>
            <a:r>
              <a:rPr lang="zh-TW" altLang="en-US" sz="40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之不同意義</a:t>
            </a:r>
            <a:endParaRPr sz="4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82"/>
              </a:spcBef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紅磚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Diamond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1"/>
              </a:spcBef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金錢、事業、權力的、有力量的、有影響力的、有智慧、強悍、堅硬的、積極、鑽石、 敢做、有方向、目標正確、熱心、慾望、富有、光榮、富足、鑽石、尖銳、火、堅硬、 強勢、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主動帶動氣氛、樂觀、講話很有力道、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看到問題喜歡給人意見、讓對方知道自己的想法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60" name="Google Shape;133;p10"/>
          <p:cNvSpPr/>
          <p:nvPr/>
        </p:nvSpPr>
        <p:spPr>
          <a:xfrm>
            <a:off x="298704" y="378269"/>
            <a:ext cx="2239518" cy="16664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1" name="Google Shape;134;p10"/>
          <p:cNvSpPr/>
          <p:nvPr/>
        </p:nvSpPr>
        <p:spPr>
          <a:xfrm>
            <a:off x="1545341" y="937564"/>
            <a:ext cx="1290065" cy="119101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9</a:t>
            </a:fld>
            <a:endParaRPr lang="zh-TW" altLang="en-US"/>
          </a:p>
        </p:txBody>
      </p:sp>
      <p:sp>
        <p:nvSpPr>
          <p:cNvPr id="8" name="Google Shape;107;p7"/>
          <p:cNvSpPr txBox="1"/>
          <p:nvPr/>
        </p:nvSpPr>
        <p:spPr>
          <a:xfrm>
            <a:off x="2848765" y="936053"/>
            <a:ext cx="1332330" cy="102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6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</a:t>
            </a:r>
            <a:endParaRPr sz="6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Google Shape;139;p11"/>
          <p:cNvSpPr/>
          <p:nvPr/>
        </p:nvSpPr>
        <p:spPr>
          <a:xfrm>
            <a:off x="8942711" y="350842"/>
            <a:ext cx="3249293" cy="2388235"/>
          </a:xfrm>
          <a:custGeom>
            <a:avLst/>
            <a:gdLst/>
            <a:ahLst/>
            <a:cxnLst/>
            <a:rect l="l" t="t" r="r" b="b"/>
            <a:pathLst>
              <a:path w="3249293" h="2388235" extrusionOk="0">
                <a:moveTo>
                  <a:pt x="3249293" y="0"/>
                </a:moveTo>
                <a:lnTo>
                  <a:pt x="73531" y="0"/>
                </a:lnTo>
                <a:lnTo>
                  <a:pt x="43918" y="128761"/>
                </a:lnTo>
                <a:lnTo>
                  <a:pt x="20249" y="267134"/>
                </a:lnTo>
                <a:lnTo>
                  <a:pt x="4838" y="413352"/>
                </a:lnTo>
                <a:lnTo>
                  <a:pt x="0" y="565648"/>
                </a:lnTo>
                <a:lnTo>
                  <a:pt x="8049" y="722258"/>
                </a:lnTo>
                <a:lnTo>
                  <a:pt x="31301" y="881416"/>
                </a:lnTo>
                <a:lnTo>
                  <a:pt x="72070" y="1041355"/>
                </a:lnTo>
                <a:lnTo>
                  <a:pt x="132671" y="1200310"/>
                </a:lnTo>
                <a:lnTo>
                  <a:pt x="215418" y="1356515"/>
                </a:lnTo>
                <a:lnTo>
                  <a:pt x="322626" y="1508204"/>
                </a:lnTo>
                <a:lnTo>
                  <a:pt x="456610" y="1653611"/>
                </a:lnTo>
                <a:lnTo>
                  <a:pt x="619684" y="1790971"/>
                </a:lnTo>
                <a:lnTo>
                  <a:pt x="814164" y="1918517"/>
                </a:lnTo>
                <a:lnTo>
                  <a:pt x="1042363" y="2034484"/>
                </a:lnTo>
                <a:lnTo>
                  <a:pt x="1306596" y="2137106"/>
                </a:lnTo>
                <a:lnTo>
                  <a:pt x="1609179" y="2224617"/>
                </a:lnTo>
                <a:lnTo>
                  <a:pt x="1952425" y="2295251"/>
                </a:lnTo>
                <a:lnTo>
                  <a:pt x="2338650" y="2347243"/>
                </a:lnTo>
                <a:lnTo>
                  <a:pt x="2770168" y="2378826"/>
                </a:lnTo>
                <a:lnTo>
                  <a:pt x="3249293" y="2388235"/>
                </a:lnTo>
                <a:lnTo>
                  <a:pt x="3249293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5" name="Google Shape;140;p11"/>
          <p:cNvSpPr txBox="1"/>
          <p:nvPr/>
        </p:nvSpPr>
        <p:spPr>
          <a:xfrm>
            <a:off x="9183751" y="842077"/>
            <a:ext cx="2874010" cy="48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218"/>
              </a:lnSpc>
            </a:pPr>
            <a:r>
              <a:rPr lang="zh-TW" altLang="en-US" sz="3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四種花色所象徵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66" name="Google Shape;141;p11"/>
          <p:cNvSpPr txBox="1"/>
          <p:nvPr/>
        </p:nvSpPr>
        <p:spPr>
          <a:xfrm>
            <a:off x="491439" y="1527877"/>
            <a:ext cx="11607800" cy="288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53975" algn="r"/>
            <a:r>
              <a:rPr lang="zh-TW" altLang="en-US" sz="40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之不同意義</a:t>
            </a:r>
            <a:endParaRPr sz="4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82"/>
              </a:spcBef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Cloud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31"/>
              </a:spcBef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消極、延遲的、破壞的、不再用心的、比原來狀態差的、懦弱的、無能的、無能為力、 無力感、無情的、傷心的、悲傷、失去、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消失、消耗、失望、灰心、悲觀、氣餒、 壓力、重擔、玻璃心、心煩、無方向、無目標、容易動搖、不專心、無形壓力、頹廢、 散慢、無心、無助、失望、落寞、恐慌的、眼淚、沮喪、悲傷、多事、煩惱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、暴躁、無道德感、混亂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67" name="Google Shape;142;p11"/>
          <p:cNvSpPr/>
          <p:nvPr/>
        </p:nvSpPr>
        <p:spPr>
          <a:xfrm>
            <a:off x="298704" y="378269"/>
            <a:ext cx="2239518" cy="166649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8" name="Google Shape;143;p11"/>
          <p:cNvSpPr/>
          <p:nvPr/>
        </p:nvSpPr>
        <p:spPr>
          <a:xfrm>
            <a:off x="1534667" y="943660"/>
            <a:ext cx="1303782" cy="121235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10</a:t>
            </a:fld>
            <a:endParaRPr lang="zh-TW" altLang="en-US"/>
          </a:p>
        </p:txBody>
      </p:sp>
      <p:sp>
        <p:nvSpPr>
          <p:cNvPr id="8" name="Google Shape;107;p7"/>
          <p:cNvSpPr txBox="1"/>
          <p:nvPr/>
        </p:nvSpPr>
        <p:spPr>
          <a:xfrm>
            <a:off x="2848765" y="936053"/>
            <a:ext cx="1332330" cy="1023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6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</a:t>
            </a:r>
            <a:endParaRPr sz="6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Google Shape;148;p12"/>
          <p:cNvSpPr/>
          <p:nvPr/>
        </p:nvSpPr>
        <p:spPr>
          <a:xfrm>
            <a:off x="5" y="350837"/>
            <a:ext cx="4293449" cy="3178810"/>
          </a:xfrm>
          <a:custGeom>
            <a:avLst/>
            <a:gdLst/>
            <a:ahLst/>
            <a:cxnLst/>
            <a:rect l="l" t="t" r="r" b="b"/>
            <a:pathLst>
              <a:path w="4293449" h="3178810" extrusionOk="0">
                <a:moveTo>
                  <a:pt x="4198239" y="0"/>
                </a:moveTo>
                <a:lnTo>
                  <a:pt x="0" y="0"/>
                </a:lnTo>
                <a:lnTo>
                  <a:pt x="0" y="3178810"/>
                </a:lnTo>
                <a:lnTo>
                  <a:pt x="632788" y="3166280"/>
                </a:lnTo>
                <a:lnTo>
                  <a:pt x="1202705" y="3124237"/>
                </a:lnTo>
                <a:lnTo>
                  <a:pt x="1712810" y="3055031"/>
                </a:lnTo>
                <a:lnTo>
                  <a:pt x="2166161" y="2961014"/>
                </a:lnTo>
                <a:lnTo>
                  <a:pt x="2565820" y="2844534"/>
                </a:lnTo>
                <a:lnTo>
                  <a:pt x="2914846" y="2707942"/>
                </a:lnTo>
                <a:lnTo>
                  <a:pt x="3216299" y="2553588"/>
                </a:lnTo>
                <a:lnTo>
                  <a:pt x="3473238" y="2383822"/>
                </a:lnTo>
                <a:lnTo>
                  <a:pt x="3688724" y="2200995"/>
                </a:lnTo>
                <a:lnTo>
                  <a:pt x="3865816" y="2007457"/>
                </a:lnTo>
                <a:lnTo>
                  <a:pt x="4007574" y="1805557"/>
                </a:lnTo>
                <a:lnTo>
                  <a:pt x="4117058" y="1597647"/>
                </a:lnTo>
                <a:lnTo>
                  <a:pt x="4197328" y="1386077"/>
                </a:lnTo>
                <a:lnTo>
                  <a:pt x="4251443" y="1173195"/>
                </a:lnTo>
                <a:lnTo>
                  <a:pt x="4282463" y="961354"/>
                </a:lnTo>
                <a:lnTo>
                  <a:pt x="4293449" y="752902"/>
                </a:lnTo>
                <a:lnTo>
                  <a:pt x="4287459" y="550191"/>
                </a:lnTo>
                <a:lnTo>
                  <a:pt x="4267555" y="355570"/>
                </a:lnTo>
                <a:lnTo>
                  <a:pt x="4236794" y="171389"/>
                </a:lnTo>
                <a:lnTo>
                  <a:pt x="4198239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2" name="Google Shape;149;p12"/>
          <p:cNvSpPr/>
          <p:nvPr/>
        </p:nvSpPr>
        <p:spPr>
          <a:xfrm>
            <a:off x="1859279" y="1778825"/>
            <a:ext cx="2386584" cy="2385060"/>
          </a:xfrm>
          <a:custGeom>
            <a:avLst/>
            <a:gdLst/>
            <a:ahLst/>
            <a:cxnLst/>
            <a:rect l="l" t="t" r="r" b="b"/>
            <a:pathLst>
              <a:path w="2386583" h="2385060" extrusionOk="0">
                <a:moveTo>
                  <a:pt x="1193292" y="0"/>
                </a:moveTo>
                <a:lnTo>
                  <a:pt x="1095428" y="3953"/>
                </a:lnTo>
                <a:lnTo>
                  <a:pt x="999742" y="15608"/>
                </a:lnTo>
                <a:lnTo>
                  <a:pt x="906541" y="34657"/>
                </a:lnTo>
                <a:lnTo>
                  <a:pt x="816132" y="60795"/>
                </a:lnTo>
                <a:lnTo>
                  <a:pt x="728823" y="93714"/>
                </a:lnTo>
                <a:lnTo>
                  <a:pt x="644920" y="133106"/>
                </a:lnTo>
                <a:lnTo>
                  <a:pt x="564731" y="178666"/>
                </a:lnTo>
                <a:lnTo>
                  <a:pt x="488563" y="230087"/>
                </a:lnTo>
                <a:lnTo>
                  <a:pt x="416724" y="287061"/>
                </a:lnTo>
                <a:lnTo>
                  <a:pt x="349519" y="349281"/>
                </a:lnTo>
                <a:lnTo>
                  <a:pt x="287258" y="416441"/>
                </a:lnTo>
                <a:lnTo>
                  <a:pt x="230245" y="488234"/>
                </a:lnTo>
                <a:lnTo>
                  <a:pt x="178790" y="564353"/>
                </a:lnTo>
                <a:lnTo>
                  <a:pt x="133199" y="644491"/>
                </a:lnTo>
                <a:lnTo>
                  <a:pt x="93779" y="728341"/>
                </a:lnTo>
                <a:lnTo>
                  <a:pt x="60838" y="815596"/>
                </a:lnTo>
                <a:lnTo>
                  <a:pt x="34682" y="905949"/>
                </a:lnTo>
                <a:lnTo>
                  <a:pt x="15619" y="999094"/>
                </a:lnTo>
                <a:lnTo>
                  <a:pt x="3955" y="1094723"/>
                </a:lnTo>
                <a:lnTo>
                  <a:pt x="0" y="1192529"/>
                </a:lnTo>
                <a:lnTo>
                  <a:pt x="3955" y="1290336"/>
                </a:lnTo>
                <a:lnTo>
                  <a:pt x="15619" y="1385965"/>
                </a:lnTo>
                <a:lnTo>
                  <a:pt x="34682" y="1479110"/>
                </a:lnTo>
                <a:lnTo>
                  <a:pt x="60838" y="1569463"/>
                </a:lnTo>
                <a:lnTo>
                  <a:pt x="93779" y="1656718"/>
                </a:lnTo>
                <a:lnTo>
                  <a:pt x="133199" y="1740568"/>
                </a:lnTo>
                <a:lnTo>
                  <a:pt x="178790" y="1820706"/>
                </a:lnTo>
                <a:lnTo>
                  <a:pt x="230245" y="1896825"/>
                </a:lnTo>
                <a:lnTo>
                  <a:pt x="287258" y="1968618"/>
                </a:lnTo>
                <a:lnTo>
                  <a:pt x="349519" y="2035778"/>
                </a:lnTo>
                <a:lnTo>
                  <a:pt x="416724" y="2097998"/>
                </a:lnTo>
                <a:lnTo>
                  <a:pt x="488563" y="2154972"/>
                </a:lnTo>
                <a:lnTo>
                  <a:pt x="564731" y="2206393"/>
                </a:lnTo>
                <a:lnTo>
                  <a:pt x="644920" y="2251953"/>
                </a:lnTo>
                <a:lnTo>
                  <a:pt x="728823" y="2291345"/>
                </a:lnTo>
                <a:lnTo>
                  <a:pt x="816132" y="2324264"/>
                </a:lnTo>
                <a:lnTo>
                  <a:pt x="906541" y="2350402"/>
                </a:lnTo>
                <a:lnTo>
                  <a:pt x="999742" y="2369451"/>
                </a:lnTo>
                <a:lnTo>
                  <a:pt x="1095428" y="2381106"/>
                </a:lnTo>
                <a:lnTo>
                  <a:pt x="1193292" y="2385060"/>
                </a:lnTo>
                <a:lnTo>
                  <a:pt x="1291155" y="2381106"/>
                </a:lnTo>
                <a:lnTo>
                  <a:pt x="1386841" y="2369451"/>
                </a:lnTo>
                <a:lnTo>
                  <a:pt x="1480042" y="2350402"/>
                </a:lnTo>
                <a:lnTo>
                  <a:pt x="1570451" y="2324264"/>
                </a:lnTo>
                <a:lnTo>
                  <a:pt x="1657760" y="2291345"/>
                </a:lnTo>
                <a:lnTo>
                  <a:pt x="1741663" y="2251953"/>
                </a:lnTo>
                <a:lnTo>
                  <a:pt x="1821852" y="2206393"/>
                </a:lnTo>
                <a:lnTo>
                  <a:pt x="1898020" y="2154972"/>
                </a:lnTo>
                <a:lnTo>
                  <a:pt x="1969859" y="2097998"/>
                </a:lnTo>
                <a:lnTo>
                  <a:pt x="2037064" y="2035778"/>
                </a:lnTo>
                <a:lnTo>
                  <a:pt x="2099325" y="1968618"/>
                </a:lnTo>
                <a:lnTo>
                  <a:pt x="2156338" y="1896825"/>
                </a:lnTo>
                <a:lnTo>
                  <a:pt x="2207793" y="1820706"/>
                </a:lnTo>
                <a:lnTo>
                  <a:pt x="2253384" y="1740568"/>
                </a:lnTo>
                <a:lnTo>
                  <a:pt x="2292804" y="1656718"/>
                </a:lnTo>
                <a:lnTo>
                  <a:pt x="2325745" y="1569463"/>
                </a:lnTo>
                <a:lnTo>
                  <a:pt x="2351901" y="1479110"/>
                </a:lnTo>
                <a:lnTo>
                  <a:pt x="2370964" y="1385965"/>
                </a:lnTo>
                <a:lnTo>
                  <a:pt x="2382628" y="1290336"/>
                </a:lnTo>
                <a:lnTo>
                  <a:pt x="2386584" y="1192529"/>
                </a:lnTo>
                <a:lnTo>
                  <a:pt x="2382628" y="1094723"/>
                </a:lnTo>
                <a:lnTo>
                  <a:pt x="2370964" y="999094"/>
                </a:lnTo>
                <a:lnTo>
                  <a:pt x="2351901" y="905949"/>
                </a:lnTo>
                <a:lnTo>
                  <a:pt x="2325745" y="815596"/>
                </a:lnTo>
                <a:lnTo>
                  <a:pt x="2292804" y="728341"/>
                </a:lnTo>
                <a:lnTo>
                  <a:pt x="2253384" y="644491"/>
                </a:lnTo>
                <a:lnTo>
                  <a:pt x="2207793" y="564353"/>
                </a:lnTo>
                <a:lnTo>
                  <a:pt x="2156338" y="488234"/>
                </a:lnTo>
                <a:lnTo>
                  <a:pt x="2099325" y="416441"/>
                </a:lnTo>
                <a:lnTo>
                  <a:pt x="2037064" y="349281"/>
                </a:lnTo>
                <a:lnTo>
                  <a:pt x="1969859" y="287061"/>
                </a:lnTo>
                <a:lnTo>
                  <a:pt x="1898020" y="230087"/>
                </a:lnTo>
                <a:lnTo>
                  <a:pt x="1821852" y="178666"/>
                </a:lnTo>
                <a:lnTo>
                  <a:pt x="1741663" y="133106"/>
                </a:lnTo>
                <a:lnTo>
                  <a:pt x="1657760" y="93714"/>
                </a:lnTo>
                <a:lnTo>
                  <a:pt x="1570451" y="60795"/>
                </a:lnTo>
                <a:lnTo>
                  <a:pt x="1480042" y="34657"/>
                </a:lnTo>
                <a:lnTo>
                  <a:pt x="1386841" y="15608"/>
                </a:lnTo>
                <a:lnTo>
                  <a:pt x="1291155" y="3953"/>
                </a:lnTo>
                <a:lnTo>
                  <a:pt x="11932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3" name="Google Shape;150;p12"/>
          <p:cNvSpPr/>
          <p:nvPr/>
        </p:nvSpPr>
        <p:spPr>
          <a:xfrm>
            <a:off x="1970532" y="1890076"/>
            <a:ext cx="2164080" cy="21625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4" name="Google Shape;151;p12"/>
          <p:cNvSpPr/>
          <p:nvPr/>
        </p:nvSpPr>
        <p:spPr>
          <a:xfrm>
            <a:off x="1956180" y="1875725"/>
            <a:ext cx="2192782" cy="2191258"/>
          </a:xfrm>
          <a:custGeom>
            <a:avLst/>
            <a:gdLst/>
            <a:ahLst/>
            <a:cxnLst/>
            <a:rect l="l" t="t" r="r" b="b"/>
            <a:pathLst>
              <a:path w="2192781" h="2191258" extrusionOk="0">
                <a:moveTo>
                  <a:pt x="1096391" y="0"/>
                </a:moveTo>
                <a:lnTo>
                  <a:pt x="1152779" y="1524"/>
                </a:lnTo>
                <a:lnTo>
                  <a:pt x="1208405" y="5714"/>
                </a:lnTo>
                <a:lnTo>
                  <a:pt x="1263269" y="12700"/>
                </a:lnTo>
                <a:lnTo>
                  <a:pt x="1317370" y="22351"/>
                </a:lnTo>
                <a:lnTo>
                  <a:pt x="1370330" y="34544"/>
                </a:lnTo>
                <a:lnTo>
                  <a:pt x="1422399" y="49275"/>
                </a:lnTo>
                <a:lnTo>
                  <a:pt x="1473327" y="66548"/>
                </a:lnTo>
                <a:lnTo>
                  <a:pt x="1523238" y="86233"/>
                </a:lnTo>
                <a:lnTo>
                  <a:pt x="1618995" y="132334"/>
                </a:lnTo>
                <a:lnTo>
                  <a:pt x="1709420" y="187198"/>
                </a:lnTo>
                <a:lnTo>
                  <a:pt x="1793747" y="250189"/>
                </a:lnTo>
                <a:lnTo>
                  <a:pt x="1871598" y="320928"/>
                </a:lnTo>
                <a:lnTo>
                  <a:pt x="1942338" y="398780"/>
                </a:lnTo>
                <a:lnTo>
                  <a:pt x="2005457" y="483108"/>
                </a:lnTo>
                <a:lnTo>
                  <a:pt x="2060447" y="573405"/>
                </a:lnTo>
                <a:lnTo>
                  <a:pt x="2106548" y="669036"/>
                </a:lnTo>
                <a:lnTo>
                  <a:pt x="2126234" y="718947"/>
                </a:lnTo>
                <a:lnTo>
                  <a:pt x="2143379" y="769874"/>
                </a:lnTo>
                <a:lnTo>
                  <a:pt x="2158238" y="821816"/>
                </a:lnTo>
                <a:lnTo>
                  <a:pt x="2170430" y="874902"/>
                </a:lnTo>
                <a:lnTo>
                  <a:pt x="2180082" y="928751"/>
                </a:lnTo>
                <a:lnTo>
                  <a:pt x="2187067" y="983614"/>
                </a:lnTo>
                <a:lnTo>
                  <a:pt x="2191258" y="1039240"/>
                </a:lnTo>
                <a:lnTo>
                  <a:pt x="2192782" y="1095628"/>
                </a:lnTo>
                <a:lnTo>
                  <a:pt x="2191258" y="1152016"/>
                </a:lnTo>
                <a:lnTo>
                  <a:pt x="2187067" y="1207643"/>
                </a:lnTo>
                <a:lnTo>
                  <a:pt x="2180082" y="1262507"/>
                </a:lnTo>
                <a:lnTo>
                  <a:pt x="2170430" y="1316355"/>
                </a:lnTo>
                <a:lnTo>
                  <a:pt x="2158238" y="1369440"/>
                </a:lnTo>
                <a:lnTo>
                  <a:pt x="2143379" y="1421384"/>
                </a:lnTo>
                <a:lnTo>
                  <a:pt x="2126234" y="1472311"/>
                </a:lnTo>
                <a:lnTo>
                  <a:pt x="2106548" y="1522222"/>
                </a:lnTo>
                <a:lnTo>
                  <a:pt x="2060447" y="1617852"/>
                </a:lnTo>
                <a:lnTo>
                  <a:pt x="2005457" y="1708150"/>
                </a:lnTo>
                <a:lnTo>
                  <a:pt x="1942338" y="1792477"/>
                </a:lnTo>
                <a:lnTo>
                  <a:pt x="1871598" y="1870328"/>
                </a:lnTo>
                <a:lnTo>
                  <a:pt x="1793747" y="1941068"/>
                </a:lnTo>
                <a:lnTo>
                  <a:pt x="1709420" y="2004060"/>
                </a:lnTo>
                <a:lnTo>
                  <a:pt x="1618995" y="2058924"/>
                </a:lnTo>
                <a:lnTo>
                  <a:pt x="1523238" y="2105025"/>
                </a:lnTo>
                <a:lnTo>
                  <a:pt x="1473327" y="2124710"/>
                </a:lnTo>
                <a:lnTo>
                  <a:pt x="1422399" y="2141982"/>
                </a:lnTo>
                <a:lnTo>
                  <a:pt x="1370330" y="2156714"/>
                </a:lnTo>
                <a:lnTo>
                  <a:pt x="1317370" y="2168906"/>
                </a:lnTo>
                <a:lnTo>
                  <a:pt x="1263269" y="2178558"/>
                </a:lnTo>
                <a:lnTo>
                  <a:pt x="1208405" y="2185543"/>
                </a:lnTo>
                <a:lnTo>
                  <a:pt x="1152779" y="2189734"/>
                </a:lnTo>
                <a:lnTo>
                  <a:pt x="1096391" y="2191258"/>
                </a:lnTo>
                <a:lnTo>
                  <a:pt x="1040002" y="2189734"/>
                </a:lnTo>
                <a:lnTo>
                  <a:pt x="984376" y="2185543"/>
                </a:lnTo>
                <a:lnTo>
                  <a:pt x="929513" y="2178558"/>
                </a:lnTo>
                <a:lnTo>
                  <a:pt x="875411" y="2168906"/>
                </a:lnTo>
                <a:lnTo>
                  <a:pt x="822451" y="2156714"/>
                </a:lnTo>
                <a:lnTo>
                  <a:pt x="770382" y="2141982"/>
                </a:lnTo>
                <a:lnTo>
                  <a:pt x="719455" y="2124710"/>
                </a:lnTo>
                <a:lnTo>
                  <a:pt x="669544" y="2105025"/>
                </a:lnTo>
                <a:lnTo>
                  <a:pt x="573786" y="2058924"/>
                </a:lnTo>
                <a:lnTo>
                  <a:pt x="483362" y="2004060"/>
                </a:lnTo>
                <a:lnTo>
                  <a:pt x="399033" y="1941068"/>
                </a:lnTo>
                <a:lnTo>
                  <a:pt x="321182" y="1870328"/>
                </a:lnTo>
                <a:lnTo>
                  <a:pt x="250444" y="1792477"/>
                </a:lnTo>
                <a:lnTo>
                  <a:pt x="187325" y="1708150"/>
                </a:lnTo>
                <a:lnTo>
                  <a:pt x="132333" y="1617852"/>
                </a:lnTo>
                <a:lnTo>
                  <a:pt x="86232" y="1522222"/>
                </a:lnTo>
                <a:lnTo>
                  <a:pt x="66548" y="1472311"/>
                </a:lnTo>
                <a:lnTo>
                  <a:pt x="49402" y="1421384"/>
                </a:lnTo>
                <a:lnTo>
                  <a:pt x="34543" y="1369440"/>
                </a:lnTo>
                <a:lnTo>
                  <a:pt x="22351" y="1316355"/>
                </a:lnTo>
                <a:lnTo>
                  <a:pt x="12700" y="1262507"/>
                </a:lnTo>
                <a:lnTo>
                  <a:pt x="5714" y="1207643"/>
                </a:lnTo>
                <a:lnTo>
                  <a:pt x="1524" y="1152016"/>
                </a:lnTo>
                <a:lnTo>
                  <a:pt x="0" y="1095628"/>
                </a:lnTo>
                <a:lnTo>
                  <a:pt x="1524" y="1039240"/>
                </a:lnTo>
                <a:lnTo>
                  <a:pt x="5714" y="983614"/>
                </a:lnTo>
                <a:lnTo>
                  <a:pt x="12700" y="928751"/>
                </a:lnTo>
                <a:lnTo>
                  <a:pt x="22351" y="874902"/>
                </a:lnTo>
                <a:lnTo>
                  <a:pt x="34543" y="821816"/>
                </a:lnTo>
                <a:lnTo>
                  <a:pt x="49402" y="769874"/>
                </a:lnTo>
                <a:lnTo>
                  <a:pt x="66548" y="718947"/>
                </a:lnTo>
                <a:lnTo>
                  <a:pt x="86232" y="669036"/>
                </a:lnTo>
                <a:lnTo>
                  <a:pt x="132333" y="573405"/>
                </a:lnTo>
                <a:lnTo>
                  <a:pt x="187325" y="483108"/>
                </a:lnTo>
                <a:lnTo>
                  <a:pt x="250444" y="398780"/>
                </a:lnTo>
                <a:lnTo>
                  <a:pt x="321182" y="320928"/>
                </a:lnTo>
                <a:lnTo>
                  <a:pt x="399033" y="250189"/>
                </a:lnTo>
                <a:lnTo>
                  <a:pt x="483362" y="187198"/>
                </a:lnTo>
                <a:lnTo>
                  <a:pt x="573786" y="132334"/>
                </a:lnTo>
                <a:lnTo>
                  <a:pt x="669544" y="86233"/>
                </a:lnTo>
                <a:lnTo>
                  <a:pt x="719455" y="66548"/>
                </a:lnTo>
                <a:lnTo>
                  <a:pt x="770382" y="49275"/>
                </a:lnTo>
                <a:lnTo>
                  <a:pt x="822451" y="34544"/>
                </a:lnTo>
                <a:lnTo>
                  <a:pt x="875411" y="22351"/>
                </a:lnTo>
                <a:lnTo>
                  <a:pt x="929513" y="12700"/>
                </a:lnTo>
                <a:lnTo>
                  <a:pt x="984376" y="5714"/>
                </a:lnTo>
                <a:lnTo>
                  <a:pt x="1040002" y="1524"/>
                </a:lnTo>
                <a:lnTo>
                  <a:pt x="1096391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5" name="Google Shape;152;p12"/>
          <p:cNvSpPr txBox="1"/>
          <p:nvPr/>
        </p:nvSpPr>
        <p:spPr>
          <a:xfrm>
            <a:off x="4729186" y="1057142"/>
            <a:ext cx="6776720" cy="214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對任何所要的都能全心全意的付出、投入、努力、堅持、以及超級渴望擁有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76" name="Google Shape;153;p12"/>
          <p:cNvSpPr txBox="1"/>
          <p:nvPr/>
        </p:nvSpPr>
        <p:spPr>
          <a:xfrm>
            <a:off x="4700618" y="3214437"/>
            <a:ext cx="6673850" cy="171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就會變得比較消極、猶豫不決、不堅定、無力感、拖延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、退卻、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精氣神減弱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62"/>
              </a:spcBef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感情：說明沒那麼的愛了、變心了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77" name="Google Shape;154;p12"/>
          <p:cNvSpPr txBox="1"/>
          <p:nvPr/>
        </p:nvSpPr>
        <p:spPr>
          <a:xfrm>
            <a:off x="2586613" y="1858077"/>
            <a:ext cx="907415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78" name="Google Shape;155;p12"/>
          <p:cNvSpPr txBox="1">
            <a:spLocks noGrp="1"/>
          </p:cNvSpPr>
          <p:nvPr>
            <p:ph type="title"/>
          </p:nvPr>
        </p:nvSpPr>
        <p:spPr>
          <a:xfrm>
            <a:off x="410367" y="915864"/>
            <a:ext cx="11371275" cy="678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00000"/>
              </a:lnSpc>
              <a:buClr>
                <a:srgbClr val="FFFFFF"/>
              </a:buClr>
              <a:buSzPts val="4400"/>
            </a:pPr>
            <a:r>
              <a:rPr lang="zh-TW" altLang="en-US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全心全意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048" y="6254742"/>
            <a:ext cx="847725" cy="809625"/>
          </a:xfrm>
          <a:prstGeom prst="rect">
            <a:avLst/>
          </a:prstGeom>
        </p:spPr>
      </p:pic>
      <p:sp>
        <p:nvSpPr>
          <p:cNvPr id="12" name="投影片編號版面配置區 1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Google Shape;160;p13"/>
          <p:cNvSpPr txBox="1"/>
          <p:nvPr/>
        </p:nvSpPr>
        <p:spPr>
          <a:xfrm>
            <a:off x="4432813" y="1482279"/>
            <a:ext cx="7484745" cy="199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會有一些阻礙、不順利、反對的力量，也可以解釋是自己心裡有鬼！也可以解釋為磁場被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干擾</a:t>
            </a:r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不那麼好</a:t>
            </a:r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82" name="Google Shape;161;p13"/>
          <p:cNvSpPr txBox="1"/>
          <p:nvPr/>
        </p:nvSpPr>
        <p:spPr>
          <a:xfrm>
            <a:off x="4432808" y="3583604"/>
            <a:ext cx="7340600" cy="3799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黑桃、紅磚、紅心都屬於善意的關心或是質疑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就是真正要對你不利的小人、職場上的不 合、感情的第三者或是官司、磁場混亂或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破壞</a:t>
            </a:r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情緒的混亂</a:t>
            </a:r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83" name="Google Shape;162;p13"/>
          <p:cNvSpPr txBox="1"/>
          <p:nvPr/>
        </p:nvSpPr>
        <p:spPr>
          <a:xfrm>
            <a:off x="927912" y="915859"/>
            <a:ext cx="2552700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鬼惑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39"/>
              </a:spcBef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12700" algn="r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292" y="4895830"/>
            <a:ext cx="847725" cy="809625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1482" y="4116898"/>
            <a:ext cx="1963684" cy="778928"/>
          </a:xfrm>
          <a:prstGeom prst="rect">
            <a:avLst/>
          </a:prstGeom>
        </p:spPr>
      </p:pic>
      <p:sp>
        <p:nvSpPr>
          <p:cNvPr id="11" name="投影片編號版面配置區 10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Google Shape;167;p14"/>
          <p:cNvSpPr txBox="1"/>
          <p:nvPr/>
        </p:nvSpPr>
        <p:spPr>
          <a:xfrm>
            <a:off x="927913" y="4275390"/>
            <a:ext cx="3061284" cy="336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不確定牌有理性感性兩面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87" name="Google Shape;168;p14"/>
          <p:cNvSpPr txBox="1"/>
          <p:nvPr/>
        </p:nvSpPr>
        <p:spPr>
          <a:xfrm>
            <a:off x="4256659" y="3403809"/>
            <a:ext cx="7702550" cy="290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則是代表想法極度不成熟或是毫無計劃，或是變化無常可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言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早晚想的不一樣思緒衰弱或毫無想法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沒有任何想法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59"/>
              </a:spcBef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若問是否為同性戀，出現雙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，不論花色，則結論是非常有可能的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88" name="Google Shape;169;p14"/>
          <p:cNvSpPr txBox="1"/>
          <p:nvPr/>
        </p:nvSpPr>
        <p:spPr>
          <a:xfrm>
            <a:off x="2700913" y="1858077"/>
            <a:ext cx="798195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9" name="Google Shape;170;p14"/>
          <p:cNvSpPr txBox="1"/>
          <p:nvPr/>
        </p:nvSpPr>
        <p:spPr>
          <a:xfrm>
            <a:off x="927912" y="915864"/>
            <a:ext cx="1144270" cy="678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自覺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048" y="6254742"/>
            <a:ext cx="847725" cy="809625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13</a:t>
            </a:fld>
            <a:endParaRPr lang="zh-TW" altLang="en-US"/>
          </a:p>
        </p:txBody>
      </p:sp>
      <p:sp>
        <p:nvSpPr>
          <p:cNvPr id="9" name="Google Shape;167;p14"/>
          <p:cNvSpPr txBox="1"/>
          <p:nvPr/>
        </p:nvSpPr>
        <p:spPr>
          <a:xfrm>
            <a:off x="4256659" y="1255271"/>
            <a:ext cx="7702550" cy="205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在事業主企劃、頭腦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清晰</a:t>
            </a:r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精於規劃的</a:t>
            </a:r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心裡情感上則有單相思、想太多、自私、固執 不變、一廂情願、癡心妄想及個人單方面的想法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Google Shape;175;p15"/>
          <p:cNvSpPr txBox="1"/>
          <p:nvPr/>
        </p:nvSpPr>
        <p:spPr>
          <a:xfrm>
            <a:off x="4651380" y="1487364"/>
            <a:ext cx="6773545" cy="171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有快樂、自在、美好的狀態 但也有著飄盪、不穩的因素，雖然有一些小 狀況，也不會產生太大的影響，有分離、遠 行、離職、異動、精神不安寧等徵兆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93" name="Google Shape;176;p15"/>
          <p:cNvSpPr txBox="1"/>
          <p:nvPr/>
        </p:nvSpPr>
        <p:spPr>
          <a:xfrm>
            <a:off x="4651380" y="4507619"/>
            <a:ext cx="6773545" cy="1873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就變成</a:t>
            </a:r>
            <a:r>
              <a:rPr lang="zh-TW" altLang="en-US" sz="36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混亂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、沒有頭緒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狂風暴雨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 腦神經衰弱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事情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變得更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壞更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複雜、更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難以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處理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94" name="Google Shape;177;p15"/>
          <p:cNvSpPr txBox="1"/>
          <p:nvPr/>
        </p:nvSpPr>
        <p:spPr>
          <a:xfrm>
            <a:off x="927917" y="915859"/>
            <a:ext cx="2516505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風之塵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39"/>
              </a:spcBef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12700" algn="r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048" y="6254742"/>
            <a:ext cx="847725" cy="809625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Google Shape;182;p16"/>
          <p:cNvSpPr txBox="1"/>
          <p:nvPr/>
        </p:nvSpPr>
        <p:spPr>
          <a:xfrm>
            <a:off x="4651380" y="2025168"/>
            <a:ext cx="6773545" cy="2494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代表感情、事業、人際關係上有良好穩定的發展、有家的感覺、也代表身體健康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98" name="Google Shape;183;p16"/>
          <p:cNvSpPr txBox="1"/>
          <p:nvPr/>
        </p:nvSpPr>
        <p:spPr>
          <a:xfrm>
            <a:off x="4651375" y="3947844"/>
            <a:ext cx="6630034" cy="215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則代表破損的、崩壞的、或是基礎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尚待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也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可解釋為基礎已遭受到破壞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了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對事無基礎</a:t>
            </a:r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62"/>
              </a:spcBef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身體的健康狀況則是欠佳的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699" name="Google Shape;184;p16"/>
          <p:cNvSpPr txBox="1"/>
          <p:nvPr/>
        </p:nvSpPr>
        <p:spPr>
          <a:xfrm>
            <a:off x="927917" y="915859"/>
            <a:ext cx="2571115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磐石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39"/>
              </a:spcBef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12700" algn="r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048" y="6254742"/>
            <a:ext cx="847725" cy="809625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15</a:t>
            </a:fld>
            <a:endParaRPr lang="zh-TW" altLang="en-US"/>
          </a:p>
        </p:txBody>
      </p:sp>
      <p:sp>
        <p:nvSpPr>
          <p:cNvPr id="8" name="Google Shape;167;p14"/>
          <p:cNvSpPr txBox="1"/>
          <p:nvPr/>
        </p:nvSpPr>
        <p:spPr>
          <a:xfrm>
            <a:off x="927913" y="4275390"/>
            <a:ext cx="3061284" cy="336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心靈心理要穩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" name="Google Shape;167;p14"/>
          <p:cNvSpPr txBox="1"/>
          <p:nvPr/>
        </p:nvSpPr>
        <p:spPr>
          <a:xfrm>
            <a:off x="328637" y="7071678"/>
            <a:ext cx="3061284" cy="336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(5H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女性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Google Shape;189;p17"/>
          <p:cNvSpPr/>
          <p:nvPr/>
        </p:nvSpPr>
        <p:spPr>
          <a:xfrm>
            <a:off x="5" y="350837"/>
            <a:ext cx="4293449" cy="3178810"/>
          </a:xfrm>
          <a:custGeom>
            <a:avLst/>
            <a:gdLst/>
            <a:ahLst/>
            <a:cxnLst/>
            <a:rect l="l" t="t" r="r" b="b"/>
            <a:pathLst>
              <a:path w="4293449" h="3178810" extrusionOk="0">
                <a:moveTo>
                  <a:pt x="4198239" y="0"/>
                </a:moveTo>
                <a:lnTo>
                  <a:pt x="0" y="0"/>
                </a:lnTo>
                <a:lnTo>
                  <a:pt x="0" y="3178810"/>
                </a:lnTo>
                <a:lnTo>
                  <a:pt x="632788" y="3166280"/>
                </a:lnTo>
                <a:lnTo>
                  <a:pt x="1202705" y="3124237"/>
                </a:lnTo>
                <a:lnTo>
                  <a:pt x="1712810" y="3055031"/>
                </a:lnTo>
                <a:lnTo>
                  <a:pt x="2166161" y="2961014"/>
                </a:lnTo>
                <a:lnTo>
                  <a:pt x="2565820" y="2844534"/>
                </a:lnTo>
                <a:lnTo>
                  <a:pt x="2914846" y="2707942"/>
                </a:lnTo>
                <a:lnTo>
                  <a:pt x="3216299" y="2553588"/>
                </a:lnTo>
                <a:lnTo>
                  <a:pt x="3473238" y="2383822"/>
                </a:lnTo>
                <a:lnTo>
                  <a:pt x="3688724" y="2200995"/>
                </a:lnTo>
                <a:lnTo>
                  <a:pt x="3865816" y="2007457"/>
                </a:lnTo>
                <a:lnTo>
                  <a:pt x="4007574" y="1805557"/>
                </a:lnTo>
                <a:lnTo>
                  <a:pt x="4117058" y="1597647"/>
                </a:lnTo>
                <a:lnTo>
                  <a:pt x="4197328" y="1386077"/>
                </a:lnTo>
                <a:lnTo>
                  <a:pt x="4251443" y="1173195"/>
                </a:lnTo>
                <a:lnTo>
                  <a:pt x="4282463" y="961354"/>
                </a:lnTo>
                <a:lnTo>
                  <a:pt x="4293449" y="752902"/>
                </a:lnTo>
                <a:lnTo>
                  <a:pt x="4287459" y="550191"/>
                </a:lnTo>
                <a:lnTo>
                  <a:pt x="4267555" y="355570"/>
                </a:lnTo>
                <a:lnTo>
                  <a:pt x="4236794" y="171389"/>
                </a:lnTo>
                <a:lnTo>
                  <a:pt x="4198239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3" name="Google Shape;190;p17"/>
          <p:cNvSpPr/>
          <p:nvPr/>
        </p:nvSpPr>
        <p:spPr>
          <a:xfrm>
            <a:off x="1859279" y="1778825"/>
            <a:ext cx="2386584" cy="2385060"/>
          </a:xfrm>
          <a:custGeom>
            <a:avLst/>
            <a:gdLst/>
            <a:ahLst/>
            <a:cxnLst/>
            <a:rect l="l" t="t" r="r" b="b"/>
            <a:pathLst>
              <a:path w="2386583" h="2385060" extrusionOk="0">
                <a:moveTo>
                  <a:pt x="1193292" y="0"/>
                </a:moveTo>
                <a:lnTo>
                  <a:pt x="1095428" y="3953"/>
                </a:lnTo>
                <a:lnTo>
                  <a:pt x="999742" y="15608"/>
                </a:lnTo>
                <a:lnTo>
                  <a:pt x="906541" y="34657"/>
                </a:lnTo>
                <a:lnTo>
                  <a:pt x="816132" y="60795"/>
                </a:lnTo>
                <a:lnTo>
                  <a:pt x="728823" y="93714"/>
                </a:lnTo>
                <a:lnTo>
                  <a:pt x="644920" y="133106"/>
                </a:lnTo>
                <a:lnTo>
                  <a:pt x="564731" y="178666"/>
                </a:lnTo>
                <a:lnTo>
                  <a:pt x="488563" y="230087"/>
                </a:lnTo>
                <a:lnTo>
                  <a:pt x="416724" y="287061"/>
                </a:lnTo>
                <a:lnTo>
                  <a:pt x="349519" y="349281"/>
                </a:lnTo>
                <a:lnTo>
                  <a:pt x="287258" y="416441"/>
                </a:lnTo>
                <a:lnTo>
                  <a:pt x="230245" y="488234"/>
                </a:lnTo>
                <a:lnTo>
                  <a:pt x="178790" y="564353"/>
                </a:lnTo>
                <a:lnTo>
                  <a:pt x="133199" y="644491"/>
                </a:lnTo>
                <a:lnTo>
                  <a:pt x="93779" y="728341"/>
                </a:lnTo>
                <a:lnTo>
                  <a:pt x="60838" y="815596"/>
                </a:lnTo>
                <a:lnTo>
                  <a:pt x="34682" y="905949"/>
                </a:lnTo>
                <a:lnTo>
                  <a:pt x="15619" y="999094"/>
                </a:lnTo>
                <a:lnTo>
                  <a:pt x="3955" y="1094723"/>
                </a:lnTo>
                <a:lnTo>
                  <a:pt x="0" y="1192529"/>
                </a:lnTo>
                <a:lnTo>
                  <a:pt x="3955" y="1290336"/>
                </a:lnTo>
                <a:lnTo>
                  <a:pt x="15619" y="1385965"/>
                </a:lnTo>
                <a:lnTo>
                  <a:pt x="34682" y="1479110"/>
                </a:lnTo>
                <a:lnTo>
                  <a:pt x="60838" y="1569463"/>
                </a:lnTo>
                <a:lnTo>
                  <a:pt x="93779" y="1656718"/>
                </a:lnTo>
                <a:lnTo>
                  <a:pt x="133199" y="1740568"/>
                </a:lnTo>
                <a:lnTo>
                  <a:pt x="178790" y="1820706"/>
                </a:lnTo>
                <a:lnTo>
                  <a:pt x="230245" y="1896825"/>
                </a:lnTo>
                <a:lnTo>
                  <a:pt x="287258" y="1968618"/>
                </a:lnTo>
                <a:lnTo>
                  <a:pt x="349519" y="2035778"/>
                </a:lnTo>
                <a:lnTo>
                  <a:pt x="416724" y="2097998"/>
                </a:lnTo>
                <a:lnTo>
                  <a:pt x="488563" y="2154972"/>
                </a:lnTo>
                <a:lnTo>
                  <a:pt x="564731" y="2206393"/>
                </a:lnTo>
                <a:lnTo>
                  <a:pt x="644920" y="2251953"/>
                </a:lnTo>
                <a:lnTo>
                  <a:pt x="728823" y="2291345"/>
                </a:lnTo>
                <a:lnTo>
                  <a:pt x="816132" y="2324264"/>
                </a:lnTo>
                <a:lnTo>
                  <a:pt x="906541" y="2350402"/>
                </a:lnTo>
                <a:lnTo>
                  <a:pt x="999742" y="2369451"/>
                </a:lnTo>
                <a:lnTo>
                  <a:pt x="1095428" y="2381106"/>
                </a:lnTo>
                <a:lnTo>
                  <a:pt x="1193292" y="2385060"/>
                </a:lnTo>
                <a:lnTo>
                  <a:pt x="1291155" y="2381106"/>
                </a:lnTo>
                <a:lnTo>
                  <a:pt x="1386841" y="2369451"/>
                </a:lnTo>
                <a:lnTo>
                  <a:pt x="1480042" y="2350402"/>
                </a:lnTo>
                <a:lnTo>
                  <a:pt x="1570451" y="2324264"/>
                </a:lnTo>
                <a:lnTo>
                  <a:pt x="1657760" y="2291345"/>
                </a:lnTo>
                <a:lnTo>
                  <a:pt x="1741663" y="2251953"/>
                </a:lnTo>
                <a:lnTo>
                  <a:pt x="1821852" y="2206393"/>
                </a:lnTo>
                <a:lnTo>
                  <a:pt x="1898020" y="2154972"/>
                </a:lnTo>
                <a:lnTo>
                  <a:pt x="1969859" y="2097998"/>
                </a:lnTo>
                <a:lnTo>
                  <a:pt x="2037064" y="2035778"/>
                </a:lnTo>
                <a:lnTo>
                  <a:pt x="2099325" y="1968618"/>
                </a:lnTo>
                <a:lnTo>
                  <a:pt x="2156338" y="1896825"/>
                </a:lnTo>
                <a:lnTo>
                  <a:pt x="2207793" y="1820706"/>
                </a:lnTo>
                <a:lnTo>
                  <a:pt x="2253384" y="1740568"/>
                </a:lnTo>
                <a:lnTo>
                  <a:pt x="2292804" y="1656718"/>
                </a:lnTo>
                <a:lnTo>
                  <a:pt x="2325745" y="1569463"/>
                </a:lnTo>
                <a:lnTo>
                  <a:pt x="2351901" y="1479110"/>
                </a:lnTo>
                <a:lnTo>
                  <a:pt x="2370964" y="1385965"/>
                </a:lnTo>
                <a:lnTo>
                  <a:pt x="2382628" y="1290336"/>
                </a:lnTo>
                <a:lnTo>
                  <a:pt x="2386584" y="1192529"/>
                </a:lnTo>
                <a:lnTo>
                  <a:pt x="2382628" y="1094723"/>
                </a:lnTo>
                <a:lnTo>
                  <a:pt x="2370964" y="999094"/>
                </a:lnTo>
                <a:lnTo>
                  <a:pt x="2351901" y="905949"/>
                </a:lnTo>
                <a:lnTo>
                  <a:pt x="2325745" y="815596"/>
                </a:lnTo>
                <a:lnTo>
                  <a:pt x="2292804" y="728341"/>
                </a:lnTo>
                <a:lnTo>
                  <a:pt x="2253384" y="644491"/>
                </a:lnTo>
                <a:lnTo>
                  <a:pt x="2207793" y="564353"/>
                </a:lnTo>
                <a:lnTo>
                  <a:pt x="2156338" y="488234"/>
                </a:lnTo>
                <a:lnTo>
                  <a:pt x="2099325" y="416441"/>
                </a:lnTo>
                <a:lnTo>
                  <a:pt x="2037064" y="349281"/>
                </a:lnTo>
                <a:lnTo>
                  <a:pt x="1969859" y="287061"/>
                </a:lnTo>
                <a:lnTo>
                  <a:pt x="1898020" y="230087"/>
                </a:lnTo>
                <a:lnTo>
                  <a:pt x="1821852" y="178666"/>
                </a:lnTo>
                <a:lnTo>
                  <a:pt x="1741663" y="133106"/>
                </a:lnTo>
                <a:lnTo>
                  <a:pt x="1657760" y="93714"/>
                </a:lnTo>
                <a:lnTo>
                  <a:pt x="1570451" y="60795"/>
                </a:lnTo>
                <a:lnTo>
                  <a:pt x="1480042" y="34657"/>
                </a:lnTo>
                <a:lnTo>
                  <a:pt x="1386841" y="15608"/>
                </a:lnTo>
                <a:lnTo>
                  <a:pt x="1291155" y="3953"/>
                </a:lnTo>
                <a:lnTo>
                  <a:pt x="11932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4" name="Google Shape;191;p17"/>
          <p:cNvSpPr/>
          <p:nvPr/>
        </p:nvSpPr>
        <p:spPr>
          <a:xfrm>
            <a:off x="1970532" y="1890076"/>
            <a:ext cx="2164080" cy="21625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5" name="Google Shape;192;p17"/>
          <p:cNvSpPr/>
          <p:nvPr/>
        </p:nvSpPr>
        <p:spPr>
          <a:xfrm>
            <a:off x="1956180" y="1875725"/>
            <a:ext cx="2192782" cy="2191258"/>
          </a:xfrm>
          <a:custGeom>
            <a:avLst/>
            <a:gdLst/>
            <a:ahLst/>
            <a:cxnLst/>
            <a:rect l="l" t="t" r="r" b="b"/>
            <a:pathLst>
              <a:path w="2192781" h="2191258" extrusionOk="0">
                <a:moveTo>
                  <a:pt x="1096391" y="0"/>
                </a:moveTo>
                <a:lnTo>
                  <a:pt x="1152779" y="1524"/>
                </a:lnTo>
                <a:lnTo>
                  <a:pt x="1208405" y="5714"/>
                </a:lnTo>
                <a:lnTo>
                  <a:pt x="1263269" y="12700"/>
                </a:lnTo>
                <a:lnTo>
                  <a:pt x="1317370" y="22351"/>
                </a:lnTo>
                <a:lnTo>
                  <a:pt x="1370330" y="34544"/>
                </a:lnTo>
                <a:lnTo>
                  <a:pt x="1422399" y="49275"/>
                </a:lnTo>
                <a:lnTo>
                  <a:pt x="1473327" y="66548"/>
                </a:lnTo>
                <a:lnTo>
                  <a:pt x="1523238" y="86233"/>
                </a:lnTo>
                <a:lnTo>
                  <a:pt x="1618995" y="132334"/>
                </a:lnTo>
                <a:lnTo>
                  <a:pt x="1709420" y="187198"/>
                </a:lnTo>
                <a:lnTo>
                  <a:pt x="1793747" y="250189"/>
                </a:lnTo>
                <a:lnTo>
                  <a:pt x="1871598" y="320928"/>
                </a:lnTo>
                <a:lnTo>
                  <a:pt x="1942338" y="398780"/>
                </a:lnTo>
                <a:lnTo>
                  <a:pt x="2005457" y="483108"/>
                </a:lnTo>
                <a:lnTo>
                  <a:pt x="2060447" y="573405"/>
                </a:lnTo>
                <a:lnTo>
                  <a:pt x="2106548" y="669036"/>
                </a:lnTo>
                <a:lnTo>
                  <a:pt x="2126234" y="718947"/>
                </a:lnTo>
                <a:lnTo>
                  <a:pt x="2143379" y="769874"/>
                </a:lnTo>
                <a:lnTo>
                  <a:pt x="2158238" y="821816"/>
                </a:lnTo>
                <a:lnTo>
                  <a:pt x="2170430" y="874902"/>
                </a:lnTo>
                <a:lnTo>
                  <a:pt x="2180082" y="928751"/>
                </a:lnTo>
                <a:lnTo>
                  <a:pt x="2187067" y="983614"/>
                </a:lnTo>
                <a:lnTo>
                  <a:pt x="2191258" y="1039240"/>
                </a:lnTo>
                <a:lnTo>
                  <a:pt x="2192782" y="1095628"/>
                </a:lnTo>
                <a:lnTo>
                  <a:pt x="2191258" y="1152016"/>
                </a:lnTo>
                <a:lnTo>
                  <a:pt x="2187067" y="1207643"/>
                </a:lnTo>
                <a:lnTo>
                  <a:pt x="2180082" y="1262507"/>
                </a:lnTo>
                <a:lnTo>
                  <a:pt x="2170430" y="1316355"/>
                </a:lnTo>
                <a:lnTo>
                  <a:pt x="2158238" y="1369440"/>
                </a:lnTo>
                <a:lnTo>
                  <a:pt x="2143379" y="1421384"/>
                </a:lnTo>
                <a:lnTo>
                  <a:pt x="2126234" y="1472311"/>
                </a:lnTo>
                <a:lnTo>
                  <a:pt x="2106548" y="1522222"/>
                </a:lnTo>
                <a:lnTo>
                  <a:pt x="2060447" y="1617852"/>
                </a:lnTo>
                <a:lnTo>
                  <a:pt x="2005457" y="1708150"/>
                </a:lnTo>
                <a:lnTo>
                  <a:pt x="1942338" y="1792477"/>
                </a:lnTo>
                <a:lnTo>
                  <a:pt x="1871598" y="1870328"/>
                </a:lnTo>
                <a:lnTo>
                  <a:pt x="1793747" y="1941068"/>
                </a:lnTo>
                <a:lnTo>
                  <a:pt x="1709420" y="2004060"/>
                </a:lnTo>
                <a:lnTo>
                  <a:pt x="1618995" y="2058924"/>
                </a:lnTo>
                <a:lnTo>
                  <a:pt x="1523238" y="2105025"/>
                </a:lnTo>
                <a:lnTo>
                  <a:pt x="1473327" y="2124710"/>
                </a:lnTo>
                <a:lnTo>
                  <a:pt x="1422399" y="2141982"/>
                </a:lnTo>
                <a:lnTo>
                  <a:pt x="1370330" y="2156714"/>
                </a:lnTo>
                <a:lnTo>
                  <a:pt x="1317370" y="2168906"/>
                </a:lnTo>
                <a:lnTo>
                  <a:pt x="1263269" y="2178558"/>
                </a:lnTo>
                <a:lnTo>
                  <a:pt x="1208405" y="2185543"/>
                </a:lnTo>
                <a:lnTo>
                  <a:pt x="1152779" y="2189734"/>
                </a:lnTo>
                <a:lnTo>
                  <a:pt x="1096391" y="2191258"/>
                </a:lnTo>
                <a:lnTo>
                  <a:pt x="1040002" y="2189734"/>
                </a:lnTo>
                <a:lnTo>
                  <a:pt x="984376" y="2185543"/>
                </a:lnTo>
                <a:lnTo>
                  <a:pt x="929513" y="2178558"/>
                </a:lnTo>
                <a:lnTo>
                  <a:pt x="875411" y="2168906"/>
                </a:lnTo>
                <a:lnTo>
                  <a:pt x="822451" y="2156714"/>
                </a:lnTo>
                <a:lnTo>
                  <a:pt x="770382" y="2141982"/>
                </a:lnTo>
                <a:lnTo>
                  <a:pt x="719455" y="2124710"/>
                </a:lnTo>
                <a:lnTo>
                  <a:pt x="669544" y="2105025"/>
                </a:lnTo>
                <a:lnTo>
                  <a:pt x="573786" y="2058924"/>
                </a:lnTo>
                <a:lnTo>
                  <a:pt x="483362" y="2004060"/>
                </a:lnTo>
                <a:lnTo>
                  <a:pt x="399033" y="1941068"/>
                </a:lnTo>
                <a:lnTo>
                  <a:pt x="321182" y="1870328"/>
                </a:lnTo>
                <a:lnTo>
                  <a:pt x="250444" y="1792477"/>
                </a:lnTo>
                <a:lnTo>
                  <a:pt x="187325" y="1708150"/>
                </a:lnTo>
                <a:lnTo>
                  <a:pt x="132333" y="1617852"/>
                </a:lnTo>
                <a:lnTo>
                  <a:pt x="86232" y="1522222"/>
                </a:lnTo>
                <a:lnTo>
                  <a:pt x="66548" y="1472311"/>
                </a:lnTo>
                <a:lnTo>
                  <a:pt x="49402" y="1421384"/>
                </a:lnTo>
                <a:lnTo>
                  <a:pt x="34543" y="1369440"/>
                </a:lnTo>
                <a:lnTo>
                  <a:pt x="22351" y="1316355"/>
                </a:lnTo>
                <a:lnTo>
                  <a:pt x="12700" y="1262507"/>
                </a:lnTo>
                <a:lnTo>
                  <a:pt x="5714" y="1207643"/>
                </a:lnTo>
                <a:lnTo>
                  <a:pt x="1524" y="1152016"/>
                </a:lnTo>
                <a:lnTo>
                  <a:pt x="0" y="1095628"/>
                </a:lnTo>
                <a:lnTo>
                  <a:pt x="1524" y="1039240"/>
                </a:lnTo>
                <a:lnTo>
                  <a:pt x="5714" y="983614"/>
                </a:lnTo>
                <a:lnTo>
                  <a:pt x="12700" y="928751"/>
                </a:lnTo>
                <a:lnTo>
                  <a:pt x="22351" y="874902"/>
                </a:lnTo>
                <a:lnTo>
                  <a:pt x="34543" y="821816"/>
                </a:lnTo>
                <a:lnTo>
                  <a:pt x="49402" y="769874"/>
                </a:lnTo>
                <a:lnTo>
                  <a:pt x="66548" y="718947"/>
                </a:lnTo>
                <a:lnTo>
                  <a:pt x="86232" y="669036"/>
                </a:lnTo>
                <a:lnTo>
                  <a:pt x="132333" y="573405"/>
                </a:lnTo>
                <a:lnTo>
                  <a:pt x="187325" y="483108"/>
                </a:lnTo>
                <a:lnTo>
                  <a:pt x="250444" y="398780"/>
                </a:lnTo>
                <a:lnTo>
                  <a:pt x="321182" y="320928"/>
                </a:lnTo>
                <a:lnTo>
                  <a:pt x="399033" y="250189"/>
                </a:lnTo>
                <a:lnTo>
                  <a:pt x="483362" y="187198"/>
                </a:lnTo>
                <a:lnTo>
                  <a:pt x="573786" y="132334"/>
                </a:lnTo>
                <a:lnTo>
                  <a:pt x="669544" y="86233"/>
                </a:lnTo>
                <a:lnTo>
                  <a:pt x="719455" y="66548"/>
                </a:lnTo>
                <a:lnTo>
                  <a:pt x="770382" y="49275"/>
                </a:lnTo>
                <a:lnTo>
                  <a:pt x="822451" y="34544"/>
                </a:lnTo>
                <a:lnTo>
                  <a:pt x="875411" y="22351"/>
                </a:lnTo>
                <a:lnTo>
                  <a:pt x="929513" y="12700"/>
                </a:lnTo>
                <a:lnTo>
                  <a:pt x="984376" y="5714"/>
                </a:lnTo>
                <a:lnTo>
                  <a:pt x="1040002" y="1524"/>
                </a:lnTo>
                <a:lnTo>
                  <a:pt x="1096391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6" name="Google Shape;193;p17"/>
          <p:cNvSpPr txBox="1"/>
          <p:nvPr/>
        </p:nvSpPr>
        <p:spPr>
          <a:xfrm>
            <a:off x="4293454" y="1862835"/>
            <a:ext cx="7801649" cy="129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代表困難重重、未知的阻礙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出現</a:t>
            </a:r>
            <a:r>
              <a:rPr lang="en-US" altLang="zh-TW" sz="1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1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也可說內心有阻礙</a:t>
            </a:r>
            <a:r>
              <a:rPr lang="en-US" altLang="zh-TW" sz="1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但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亦有絕境逢生、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柳暗花明又一村的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意思 黑桃、紅磚、紅心都還算是可以處理的問題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07" name="Google Shape;194;p17"/>
          <p:cNvSpPr txBox="1"/>
          <p:nvPr/>
        </p:nvSpPr>
        <p:spPr>
          <a:xfrm>
            <a:off x="4692146" y="3684257"/>
            <a:ext cx="6635115" cy="3198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651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稱為無解的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死結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6510" algn="just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表示問題很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難處理或毫無轉圜餘地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60"/>
              </a:spcBef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如果第一張是黑梅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，第二張出現其他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花色的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，代表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大吉大利順利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過關，反之，則 是超級不妙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08" name="Google Shape;195;p17"/>
          <p:cNvSpPr txBox="1"/>
          <p:nvPr/>
        </p:nvSpPr>
        <p:spPr>
          <a:xfrm>
            <a:off x="2646431" y="1858077"/>
            <a:ext cx="798195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9" name="Google Shape;196;p17"/>
          <p:cNvSpPr txBox="1">
            <a:spLocks noGrp="1"/>
          </p:cNvSpPr>
          <p:nvPr>
            <p:ph type="title"/>
          </p:nvPr>
        </p:nvSpPr>
        <p:spPr>
          <a:xfrm>
            <a:off x="410367" y="915864"/>
            <a:ext cx="11371275" cy="678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47675">
              <a:lnSpc>
                <a:spcPct val="100000"/>
              </a:lnSpc>
              <a:buClr>
                <a:srgbClr val="FFFFFF"/>
              </a:buClr>
              <a:buSzPts val="4400"/>
            </a:pPr>
            <a:r>
              <a:rPr lang="zh-TW" altLang="en-US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難解之結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048" y="6254742"/>
            <a:ext cx="847725" cy="809625"/>
          </a:xfrm>
          <a:prstGeom prst="rect">
            <a:avLst/>
          </a:prstGeom>
        </p:spPr>
      </p:pic>
      <p:sp>
        <p:nvSpPr>
          <p:cNvPr id="12" name="投影片編號版面配置區 1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16</a:t>
            </a:fld>
            <a:endParaRPr lang="zh-TW" altLang="en-US"/>
          </a:p>
        </p:txBody>
      </p:sp>
      <p:sp>
        <p:nvSpPr>
          <p:cNvPr id="13" name="Google Shape;167;p14"/>
          <p:cNvSpPr txBox="1"/>
          <p:nvPr/>
        </p:nvSpPr>
        <p:spPr>
          <a:xfrm>
            <a:off x="328637" y="7071678"/>
            <a:ext cx="3061284" cy="336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(6C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等於不好牌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Google Shape;201;p18"/>
          <p:cNvSpPr/>
          <p:nvPr/>
        </p:nvSpPr>
        <p:spPr>
          <a:xfrm>
            <a:off x="5" y="350837"/>
            <a:ext cx="4293449" cy="3178810"/>
          </a:xfrm>
          <a:custGeom>
            <a:avLst/>
            <a:gdLst/>
            <a:ahLst/>
            <a:cxnLst/>
            <a:rect l="l" t="t" r="r" b="b"/>
            <a:pathLst>
              <a:path w="4293449" h="3178810" extrusionOk="0">
                <a:moveTo>
                  <a:pt x="4198239" y="0"/>
                </a:moveTo>
                <a:lnTo>
                  <a:pt x="0" y="0"/>
                </a:lnTo>
                <a:lnTo>
                  <a:pt x="0" y="3178810"/>
                </a:lnTo>
                <a:lnTo>
                  <a:pt x="632788" y="3166280"/>
                </a:lnTo>
                <a:lnTo>
                  <a:pt x="1202705" y="3124237"/>
                </a:lnTo>
                <a:lnTo>
                  <a:pt x="1712810" y="3055031"/>
                </a:lnTo>
                <a:lnTo>
                  <a:pt x="2166161" y="2961014"/>
                </a:lnTo>
                <a:lnTo>
                  <a:pt x="2565820" y="2844534"/>
                </a:lnTo>
                <a:lnTo>
                  <a:pt x="2914846" y="2707942"/>
                </a:lnTo>
                <a:lnTo>
                  <a:pt x="3216299" y="2553588"/>
                </a:lnTo>
                <a:lnTo>
                  <a:pt x="3473238" y="2383822"/>
                </a:lnTo>
                <a:lnTo>
                  <a:pt x="3688724" y="2200995"/>
                </a:lnTo>
                <a:lnTo>
                  <a:pt x="3865816" y="2007457"/>
                </a:lnTo>
                <a:lnTo>
                  <a:pt x="4007574" y="1805557"/>
                </a:lnTo>
                <a:lnTo>
                  <a:pt x="4117058" y="1597647"/>
                </a:lnTo>
                <a:lnTo>
                  <a:pt x="4197328" y="1386077"/>
                </a:lnTo>
                <a:lnTo>
                  <a:pt x="4251443" y="1173195"/>
                </a:lnTo>
                <a:lnTo>
                  <a:pt x="4282463" y="961354"/>
                </a:lnTo>
                <a:lnTo>
                  <a:pt x="4293449" y="752902"/>
                </a:lnTo>
                <a:lnTo>
                  <a:pt x="4287459" y="550191"/>
                </a:lnTo>
                <a:lnTo>
                  <a:pt x="4267555" y="355570"/>
                </a:lnTo>
                <a:lnTo>
                  <a:pt x="4236794" y="171389"/>
                </a:lnTo>
                <a:lnTo>
                  <a:pt x="4198239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3" name="Google Shape;202;p18"/>
          <p:cNvSpPr/>
          <p:nvPr/>
        </p:nvSpPr>
        <p:spPr>
          <a:xfrm>
            <a:off x="1859279" y="1778825"/>
            <a:ext cx="2386584" cy="2385060"/>
          </a:xfrm>
          <a:custGeom>
            <a:avLst/>
            <a:gdLst/>
            <a:ahLst/>
            <a:cxnLst/>
            <a:rect l="l" t="t" r="r" b="b"/>
            <a:pathLst>
              <a:path w="2386583" h="2385060" extrusionOk="0">
                <a:moveTo>
                  <a:pt x="1193292" y="0"/>
                </a:moveTo>
                <a:lnTo>
                  <a:pt x="1095428" y="3953"/>
                </a:lnTo>
                <a:lnTo>
                  <a:pt x="999742" y="15608"/>
                </a:lnTo>
                <a:lnTo>
                  <a:pt x="906541" y="34657"/>
                </a:lnTo>
                <a:lnTo>
                  <a:pt x="816132" y="60795"/>
                </a:lnTo>
                <a:lnTo>
                  <a:pt x="728823" y="93714"/>
                </a:lnTo>
                <a:lnTo>
                  <a:pt x="644920" y="133106"/>
                </a:lnTo>
                <a:lnTo>
                  <a:pt x="564731" y="178666"/>
                </a:lnTo>
                <a:lnTo>
                  <a:pt x="488563" y="230087"/>
                </a:lnTo>
                <a:lnTo>
                  <a:pt x="416724" y="287061"/>
                </a:lnTo>
                <a:lnTo>
                  <a:pt x="349519" y="349281"/>
                </a:lnTo>
                <a:lnTo>
                  <a:pt x="287258" y="416441"/>
                </a:lnTo>
                <a:lnTo>
                  <a:pt x="230245" y="488234"/>
                </a:lnTo>
                <a:lnTo>
                  <a:pt x="178790" y="564353"/>
                </a:lnTo>
                <a:lnTo>
                  <a:pt x="133199" y="644491"/>
                </a:lnTo>
                <a:lnTo>
                  <a:pt x="93779" y="728341"/>
                </a:lnTo>
                <a:lnTo>
                  <a:pt x="60838" y="815596"/>
                </a:lnTo>
                <a:lnTo>
                  <a:pt x="34682" y="905949"/>
                </a:lnTo>
                <a:lnTo>
                  <a:pt x="15619" y="999094"/>
                </a:lnTo>
                <a:lnTo>
                  <a:pt x="3955" y="1094723"/>
                </a:lnTo>
                <a:lnTo>
                  <a:pt x="0" y="1192529"/>
                </a:lnTo>
                <a:lnTo>
                  <a:pt x="3955" y="1290336"/>
                </a:lnTo>
                <a:lnTo>
                  <a:pt x="15619" y="1385965"/>
                </a:lnTo>
                <a:lnTo>
                  <a:pt x="34682" y="1479110"/>
                </a:lnTo>
                <a:lnTo>
                  <a:pt x="60838" y="1569463"/>
                </a:lnTo>
                <a:lnTo>
                  <a:pt x="93779" y="1656718"/>
                </a:lnTo>
                <a:lnTo>
                  <a:pt x="133199" y="1740568"/>
                </a:lnTo>
                <a:lnTo>
                  <a:pt x="178790" y="1820706"/>
                </a:lnTo>
                <a:lnTo>
                  <a:pt x="230245" y="1896825"/>
                </a:lnTo>
                <a:lnTo>
                  <a:pt x="287258" y="1968618"/>
                </a:lnTo>
                <a:lnTo>
                  <a:pt x="349519" y="2035778"/>
                </a:lnTo>
                <a:lnTo>
                  <a:pt x="416724" y="2097998"/>
                </a:lnTo>
                <a:lnTo>
                  <a:pt x="488563" y="2154972"/>
                </a:lnTo>
                <a:lnTo>
                  <a:pt x="564731" y="2206393"/>
                </a:lnTo>
                <a:lnTo>
                  <a:pt x="644920" y="2251953"/>
                </a:lnTo>
                <a:lnTo>
                  <a:pt x="728823" y="2291345"/>
                </a:lnTo>
                <a:lnTo>
                  <a:pt x="816132" y="2324264"/>
                </a:lnTo>
                <a:lnTo>
                  <a:pt x="906541" y="2350402"/>
                </a:lnTo>
                <a:lnTo>
                  <a:pt x="999742" y="2369451"/>
                </a:lnTo>
                <a:lnTo>
                  <a:pt x="1095428" y="2381106"/>
                </a:lnTo>
                <a:lnTo>
                  <a:pt x="1193292" y="2385060"/>
                </a:lnTo>
                <a:lnTo>
                  <a:pt x="1291155" y="2381106"/>
                </a:lnTo>
                <a:lnTo>
                  <a:pt x="1386841" y="2369451"/>
                </a:lnTo>
                <a:lnTo>
                  <a:pt x="1480042" y="2350402"/>
                </a:lnTo>
                <a:lnTo>
                  <a:pt x="1570451" y="2324264"/>
                </a:lnTo>
                <a:lnTo>
                  <a:pt x="1657760" y="2291345"/>
                </a:lnTo>
                <a:lnTo>
                  <a:pt x="1741663" y="2251953"/>
                </a:lnTo>
                <a:lnTo>
                  <a:pt x="1821852" y="2206393"/>
                </a:lnTo>
                <a:lnTo>
                  <a:pt x="1898020" y="2154972"/>
                </a:lnTo>
                <a:lnTo>
                  <a:pt x="1969859" y="2097998"/>
                </a:lnTo>
                <a:lnTo>
                  <a:pt x="2037064" y="2035778"/>
                </a:lnTo>
                <a:lnTo>
                  <a:pt x="2099325" y="1968618"/>
                </a:lnTo>
                <a:lnTo>
                  <a:pt x="2156338" y="1896825"/>
                </a:lnTo>
                <a:lnTo>
                  <a:pt x="2207793" y="1820706"/>
                </a:lnTo>
                <a:lnTo>
                  <a:pt x="2253384" y="1740568"/>
                </a:lnTo>
                <a:lnTo>
                  <a:pt x="2292804" y="1656718"/>
                </a:lnTo>
                <a:lnTo>
                  <a:pt x="2325745" y="1569463"/>
                </a:lnTo>
                <a:lnTo>
                  <a:pt x="2351901" y="1479110"/>
                </a:lnTo>
                <a:lnTo>
                  <a:pt x="2370964" y="1385965"/>
                </a:lnTo>
                <a:lnTo>
                  <a:pt x="2382628" y="1290336"/>
                </a:lnTo>
                <a:lnTo>
                  <a:pt x="2386584" y="1192529"/>
                </a:lnTo>
                <a:lnTo>
                  <a:pt x="2382628" y="1094723"/>
                </a:lnTo>
                <a:lnTo>
                  <a:pt x="2370964" y="999094"/>
                </a:lnTo>
                <a:lnTo>
                  <a:pt x="2351901" y="905949"/>
                </a:lnTo>
                <a:lnTo>
                  <a:pt x="2325745" y="815596"/>
                </a:lnTo>
                <a:lnTo>
                  <a:pt x="2292804" y="728341"/>
                </a:lnTo>
                <a:lnTo>
                  <a:pt x="2253384" y="644491"/>
                </a:lnTo>
                <a:lnTo>
                  <a:pt x="2207793" y="564353"/>
                </a:lnTo>
                <a:lnTo>
                  <a:pt x="2156338" y="488234"/>
                </a:lnTo>
                <a:lnTo>
                  <a:pt x="2099325" y="416441"/>
                </a:lnTo>
                <a:lnTo>
                  <a:pt x="2037064" y="349281"/>
                </a:lnTo>
                <a:lnTo>
                  <a:pt x="1969859" y="287061"/>
                </a:lnTo>
                <a:lnTo>
                  <a:pt x="1898020" y="230087"/>
                </a:lnTo>
                <a:lnTo>
                  <a:pt x="1821852" y="178666"/>
                </a:lnTo>
                <a:lnTo>
                  <a:pt x="1741663" y="133106"/>
                </a:lnTo>
                <a:lnTo>
                  <a:pt x="1657760" y="93714"/>
                </a:lnTo>
                <a:lnTo>
                  <a:pt x="1570451" y="60795"/>
                </a:lnTo>
                <a:lnTo>
                  <a:pt x="1480042" y="34657"/>
                </a:lnTo>
                <a:lnTo>
                  <a:pt x="1386841" y="15608"/>
                </a:lnTo>
                <a:lnTo>
                  <a:pt x="1291155" y="3953"/>
                </a:lnTo>
                <a:lnTo>
                  <a:pt x="11932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4" name="Google Shape;203;p18"/>
          <p:cNvSpPr/>
          <p:nvPr/>
        </p:nvSpPr>
        <p:spPr>
          <a:xfrm>
            <a:off x="1970532" y="1890076"/>
            <a:ext cx="2164080" cy="21625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5" name="Google Shape;204;p18"/>
          <p:cNvSpPr/>
          <p:nvPr/>
        </p:nvSpPr>
        <p:spPr>
          <a:xfrm>
            <a:off x="1956180" y="1875725"/>
            <a:ext cx="2192782" cy="2191258"/>
          </a:xfrm>
          <a:custGeom>
            <a:avLst/>
            <a:gdLst/>
            <a:ahLst/>
            <a:cxnLst/>
            <a:rect l="l" t="t" r="r" b="b"/>
            <a:pathLst>
              <a:path w="2192781" h="2191258" extrusionOk="0">
                <a:moveTo>
                  <a:pt x="1096391" y="0"/>
                </a:moveTo>
                <a:lnTo>
                  <a:pt x="1152779" y="1524"/>
                </a:lnTo>
                <a:lnTo>
                  <a:pt x="1208405" y="5714"/>
                </a:lnTo>
                <a:lnTo>
                  <a:pt x="1263269" y="12700"/>
                </a:lnTo>
                <a:lnTo>
                  <a:pt x="1317370" y="22351"/>
                </a:lnTo>
                <a:lnTo>
                  <a:pt x="1370330" y="34544"/>
                </a:lnTo>
                <a:lnTo>
                  <a:pt x="1422399" y="49275"/>
                </a:lnTo>
                <a:lnTo>
                  <a:pt x="1473327" y="66548"/>
                </a:lnTo>
                <a:lnTo>
                  <a:pt x="1523238" y="86233"/>
                </a:lnTo>
                <a:lnTo>
                  <a:pt x="1618995" y="132334"/>
                </a:lnTo>
                <a:lnTo>
                  <a:pt x="1709420" y="187198"/>
                </a:lnTo>
                <a:lnTo>
                  <a:pt x="1793747" y="250189"/>
                </a:lnTo>
                <a:lnTo>
                  <a:pt x="1871598" y="320928"/>
                </a:lnTo>
                <a:lnTo>
                  <a:pt x="1942338" y="398780"/>
                </a:lnTo>
                <a:lnTo>
                  <a:pt x="2005457" y="483108"/>
                </a:lnTo>
                <a:lnTo>
                  <a:pt x="2060447" y="573405"/>
                </a:lnTo>
                <a:lnTo>
                  <a:pt x="2106548" y="669036"/>
                </a:lnTo>
                <a:lnTo>
                  <a:pt x="2126234" y="718947"/>
                </a:lnTo>
                <a:lnTo>
                  <a:pt x="2143379" y="769874"/>
                </a:lnTo>
                <a:lnTo>
                  <a:pt x="2158238" y="821816"/>
                </a:lnTo>
                <a:lnTo>
                  <a:pt x="2170430" y="874902"/>
                </a:lnTo>
                <a:lnTo>
                  <a:pt x="2180082" y="928751"/>
                </a:lnTo>
                <a:lnTo>
                  <a:pt x="2187067" y="983614"/>
                </a:lnTo>
                <a:lnTo>
                  <a:pt x="2191258" y="1039240"/>
                </a:lnTo>
                <a:lnTo>
                  <a:pt x="2192782" y="1095628"/>
                </a:lnTo>
                <a:lnTo>
                  <a:pt x="2191258" y="1152016"/>
                </a:lnTo>
                <a:lnTo>
                  <a:pt x="2187067" y="1207643"/>
                </a:lnTo>
                <a:lnTo>
                  <a:pt x="2180082" y="1262507"/>
                </a:lnTo>
                <a:lnTo>
                  <a:pt x="2170430" y="1316355"/>
                </a:lnTo>
                <a:lnTo>
                  <a:pt x="2158238" y="1369440"/>
                </a:lnTo>
                <a:lnTo>
                  <a:pt x="2143379" y="1421384"/>
                </a:lnTo>
                <a:lnTo>
                  <a:pt x="2126234" y="1472311"/>
                </a:lnTo>
                <a:lnTo>
                  <a:pt x="2106548" y="1522222"/>
                </a:lnTo>
                <a:lnTo>
                  <a:pt x="2060447" y="1617852"/>
                </a:lnTo>
                <a:lnTo>
                  <a:pt x="2005457" y="1708150"/>
                </a:lnTo>
                <a:lnTo>
                  <a:pt x="1942338" y="1792477"/>
                </a:lnTo>
                <a:lnTo>
                  <a:pt x="1871598" y="1870328"/>
                </a:lnTo>
                <a:lnTo>
                  <a:pt x="1793747" y="1941068"/>
                </a:lnTo>
                <a:lnTo>
                  <a:pt x="1709420" y="2004060"/>
                </a:lnTo>
                <a:lnTo>
                  <a:pt x="1618995" y="2058924"/>
                </a:lnTo>
                <a:lnTo>
                  <a:pt x="1523238" y="2105025"/>
                </a:lnTo>
                <a:lnTo>
                  <a:pt x="1473327" y="2124710"/>
                </a:lnTo>
                <a:lnTo>
                  <a:pt x="1422399" y="2141982"/>
                </a:lnTo>
                <a:lnTo>
                  <a:pt x="1370330" y="2156714"/>
                </a:lnTo>
                <a:lnTo>
                  <a:pt x="1317370" y="2168906"/>
                </a:lnTo>
                <a:lnTo>
                  <a:pt x="1263269" y="2178558"/>
                </a:lnTo>
                <a:lnTo>
                  <a:pt x="1208405" y="2185543"/>
                </a:lnTo>
                <a:lnTo>
                  <a:pt x="1152779" y="2189734"/>
                </a:lnTo>
                <a:lnTo>
                  <a:pt x="1096391" y="2191258"/>
                </a:lnTo>
                <a:lnTo>
                  <a:pt x="1040002" y="2189734"/>
                </a:lnTo>
                <a:lnTo>
                  <a:pt x="984376" y="2185543"/>
                </a:lnTo>
                <a:lnTo>
                  <a:pt x="929513" y="2178558"/>
                </a:lnTo>
                <a:lnTo>
                  <a:pt x="875411" y="2168906"/>
                </a:lnTo>
                <a:lnTo>
                  <a:pt x="822451" y="2156714"/>
                </a:lnTo>
                <a:lnTo>
                  <a:pt x="770382" y="2141982"/>
                </a:lnTo>
                <a:lnTo>
                  <a:pt x="719455" y="2124710"/>
                </a:lnTo>
                <a:lnTo>
                  <a:pt x="669544" y="2105025"/>
                </a:lnTo>
                <a:lnTo>
                  <a:pt x="573786" y="2058924"/>
                </a:lnTo>
                <a:lnTo>
                  <a:pt x="483362" y="2004060"/>
                </a:lnTo>
                <a:lnTo>
                  <a:pt x="399033" y="1941068"/>
                </a:lnTo>
                <a:lnTo>
                  <a:pt x="321182" y="1870328"/>
                </a:lnTo>
                <a:lnTo>
                  <a:pt x="250444" y="1792477"/>
                </a:lnTo>
                <a:lnTo>
                  <a:pt x="187325" y="1708150"/>
                </a:lnTo>
                <a:lnTo>
                  <a:pt x="132333" y="1617852"/>
                </a:lnTo>
                <a:lnTo>
                  <a:pt x="86232" y="1522222"/>
                </a:lnTo>
                <a:lnTo>
                  <a:pt x="66548" y="1472311"/>
                </a:lnTo>
                <a:lnTo>
                  <a:pt x="49402" y="1421384"/>
                </a:lnTo>
                <a:lnTo>
                  <a:pt x="34543" y="1369440"/>
                </a:lnTo>
                <a:lnTo>
                  <a:pt x="22351" y="1316355"/>
                </a:lnTo>
                <a:lnTo>
                  <a:pt x="12700" y="1262507"/>
                </a:lnTo>
                <a:lnTo>
                  <a:pt x="5714" y="1207643"/>
                </a:lnTo>
                <a:lnTo>
                  <a:pt x="1524" y="1152016"/>
                </a:lnTo>
                <a:lnTo>
                  <a:pt x="0" y="1095628"/>
                </a:lnTo>
                <a:lnTo>
                  <a:pt x="1524" y="1039240"/>
                </a:lnTo>
                <a:lnTo>
                  <a:pt x="5714" y="983614"/>
                </a:lnTo>
                <a:lnTo>
                  <a:pt x="12700" y="928751"/>
                </a:lnTo>
                <a:lnTo>
                  <a:pt x="22351" y="874902"/>
                </a:lnTo>
                <a:lnTo>
                  <a:pt x="34543" y="821816"/>
                </a:lnTo>
                <a:lnTo>
                  <a:pt x="49402" y="769874"/>
                </a:lnTo>
                <a:lnTo>
                  <a:pt x="66548" y="718947"/>
                </a:lnTo>
                <a:lnTo>
                  <a:pt x="86232" y="669036"/>
                </a:lnTo>
                <a:lnTo>
                  <a:pt x="132333" y="573405"/>
                </a:lnTo>
                <a:lnTo>
                  <a:pt x="187325" y="483108"/>
                </a:lnTo>
                <a:lnTo>
                  <a:pt x="250444" y="398780"/>
                </a:lnTo>
                <a:lnTo>
                  <a:pt x="321182" y="320928"/>
                </a:lnTo>
                <a:lnTo>
                  <a:pt x="399033" y="250189"/>
                </a:lnTo>
                <a:lnTo>
                  <a:pt x="483362" y="187198"/>
                </a:lnTo>
                <a:lnTo>
                  <a:pt x="573786" y="132334"/>
                </a:lnTo>
                <a:lnTo>
                  <a:pt x="669544" y="86233"/>
                </a:lnTo>
                <a:lnTo>
                  <a:pt x="719455" y="66548"/>
                </a:lnTo>
                <a:lnTo>
                  <a:pt x="770382" y="49275"/>
                </a:lnTo>
                <a:lnTo>
                  <a:pt x="822451" y="34544"/>
                </a:lnTo>
                <a:lnTo>
                  <a:pt x="875411" y="22351"/>
                </a:lnTo>
                <a:lnTo>
                  <a:pt x="929513" y="12700"/>
                </a:lnTo>
                <a:lnTo>
                  <a:pt x="984376" y="5714"/>
                </a:lnTo>
                <a:lnTo>
                  <a:pt x="1040002" y="1524"/>
                </a:lnTo>
                <a:lnTo>
                  <a:pt x="1096391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6" name="Google Shape;205;p18"/>
          <p:cNvSpPr txBox="1"/>
          <p:nvPr/>
        </p:nvSpPr>
        <p:spPr>
          <a:xfrm>
            <a:off x="4324603" y="1041450"/>
            <a:ext cx="7842884" cy="2616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對於所問之事充滿美好的期待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未來的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希望與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願景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但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還是屬於尚未實現、所以較為虛幻的。 也有遠方的味道，也可以解釋遠行、離開、出國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17" name="Google Shape;206;p18"/>
          <p:cNvSpPr txBox="1"/>
          <p:nvPr/>
        </p:nvSpPr>
        <p:spPr>
          <a:xfrm>
            <a:off x="4324603" y="3776407"/>
            <a:ext cx="7341870" cy="257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397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代表虛幻的、散掉的、破滅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3970" algn="just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或是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黑暗中的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一道曙光。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如果問有關身體，出現兩張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，不論花色，代表 不妙，要小心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其中有一張是黑梅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，要有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心理準備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(2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中度嚴重加入一黑梅更嚴重要看日子了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18" name="Google Shape;207;p18"/>
          <p:cNvSpPr txBox="1"/>
          <p:nvPr/>
        </p:nvSpPr>
        <p:spPr>
          <a:xfrm>
            <a:off x="2700913" y="1858077"/>
            <a:ext cx="798195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19" name="Google Shape;208;p18"/>
          <p:cNvSpPr txBox="1">
            <a:spLocks noGrp="1"/>
          </p:cNvSpPr>
          <p:nvPr>
            <p:ph type="title"/>
          </p:nvPr>
        </p:nvSpPr>
        <p:spPr>
          <a:xfrm>
            <a:off x="410367" y="915864"/>
            <a:ext cx="11371275" cy="678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3985">
              <a:lnSpc>
                <a:spcPct val="100000"/>
              </a:lnSpc>
              <a:buClr>
                <a:srgbClr val="FFFFFF"/>
              </a:buClr>
              <a:buSzPts val="4400"/>
            </a:pPr>
            <a:r>
              <a:rPr lang="zh-TW" altLang="en-US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美麗的彩虹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048" y="6254742"/>
            <a:ext cx="847725" cy="809625"/>
          </a:xfrm>
          <a:prstGeom prst="rect">
            <a:avLst/>
          </a:prstGeom>
        </p:spPr>
      </p:pic>
      <p:sp>
        <p:nvSpPr>
          <p:cNvPr id="12" name="投影片編號版面配置區 1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Google Shape;213;p19"/>
          <p:cNvSpPr txBox="1"/>
          <p:nvPr/>
        </p:nvSpPr>
        <p:spPr>
          <a:xfrm>
            <a:off x="4669663" y="1858077"/>
            <a:ext cx="6423660" cy="164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理想是可以實現，希望是可達成的，事事 圓滿如意，也有遠方的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味道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要暫時放掉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23" name="Google Shape;214;p19"/>
          <p:cNvSpPr txBox="1"/>
          <p:nvPr/>
        </p:nvSpPr>
        <p:spPr>
          <a:xfrm>
            <a:off x="4669663" y="3316687"/>
            <a:ext cx="6423660" cy="214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是被烏雲擋住的明月，看似有點困 難，但只是暫時的，拖延的，虛弱的，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比較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差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時好時壞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62"/>
              </a:spcBef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對健康而言，有時好時壞的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現象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(8C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是被烏雲擋住的月亮是不確定牌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/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不是不好牌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24" name="Google Shape;215;p19"/>
          <p:cNvSpPr txBox="1"/>
          <p:nvPr/>
        </p:nvSpPr>
        <p:spPr>
          <a:xfrm>
            <a:off x="2700913" y="1858077"/>
            <a:ext cx="798195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25" name="Google Shape;216;p19"/>
          <p:cNvSpPr txBox="1"/>
          <p:nvPr/>
        </p:nvSpPr>
        <p:spPr>
          <a:xfrm>
            <a:off x="927912" y="915864"/>
            <a:ext cx="1144270" cy="678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滿月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048" y="6254742"/>
            <a:ext cx="847725" cy="809625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18</a:t>
            </a:fld>
            <a:endParaRPr lang="zh-TW" altLang="en-US"/>
          </a:p>
        </p:txBody>
      </p:sp>
      <p:sp>
        <p:nvSpPr>
          <p:cNvPr id="9" name="Google Shape;167;p14"/>
          <p:cNvSpPr txBox="1"/>
          <p:nvPr/>
        </p:nvSpPr>
        <p:spPr>
          <a:xfrm>
            <a:off x="693336" y="4220164"/>
            <a:ext cx="3381572" cy="693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在宇宙是能量體</a:t>
            </a:r>
            <a:endParaRPr lang="en-US" altLang="zh-TW" sz="20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光芒是能量的是圓滿的</a:t>
            </a:r>
            <a:endParaRPr lang="en-US" altLang="zh-TW" sz="20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是無形天地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Google Shape;221;p20"/>
          <p:cNvSpPr txBox="1"/>
          <p:nvPr/>
        </p:nvSpPr>
        <p:spPr>
          <a:xfrm>
            <a:off x="4581910" y="1255271"/>
            <a:ext cx="7135495" cy="1337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是一種工具、必需具備的能力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處理，建設，操作的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力量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找方法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29" name="Google Shape;222;p20"/>
          <p:cNvSpPr txBox="1"/>
          <p:nvPr/>
        </p:nvSpPr>
        <p:spPr>
          <a:xfrm>
            <a:off x="4581910" y="2719268"/>
            <a:ext cx="7610095" cy="462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斧頭有分正面或破壞的力量，如問健康主血光、刀關，建議去做深層健康檢查，抽血可破血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光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520700">
              <a:lnSpc>
                <a:spcPct val="200100"/>
              </a:lnSpc>
            </a:pP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問感情及合作關係主爭吵、分手之兆 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是破壞的、惡劣的、辛苦的、</a:t>
            </a: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嚴重的、爭鬥的</a:t>
            </a:r>
          </a:p>
          <a:p>
            <a:pPr marL="12700" marR="520700">
              <a:lnSpc>
                <a:spcPct val="200100"/>
              </a:lnSpc>
            </a:pP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30" name="Google Shape;223;p20"/>
          <p:cNvSpPr txBox="1"/>
          <p:nvPr/>
        </p:nvSpPr>
        <p:spPr>
          <a:xfrm>
            <a:off x="2700913" y="1858077"/>
            <a:ext cx="798195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1" name="Google Shape;224;p20"/>
          <p:cNvSpPr txBox="1"/>
          <p:nvPr/>
        </p:nvSpPr>
        <p:spPr>
          <a:xfrm>
            <a:off x="927912" y="915864"/>
            <a:ext cx="1144270" cy="678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利斧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048" y="6254742"/>
            <a:ext cx="847725" cy="809625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Google Shape;229;p21"/>
          <p:cNvSpPr/>
          <p:nvPr/>
        </p:nvSpPr>
        <p:spPr>
          <a:xfrm>
            <a:off x="5" y="350837"/>
            <a:ext cx="4293449" cy="3178810"/>
          </a:xfrm>
          <a:custGeom>
            <a:avLst/>
            <a:gdLst/>
            <a:ahLst/>
            <a:cxnLst/>
            <a:rect l="l" t="t" r="r" b="b"/>
            <a:pathLst>
              <a:path w="4293449" h="3178810" extrusionOk="0">
                <a:moveTo>
                  <a:pt x="4198239" y="0"/>
                </a:moveTo>
                <a:lnTo>
                  <a:pt x="0" y="0"/>
                </a:lnTo>
                <a:lnTo>
                  <a:pt x="0" y="3178810"/>
                </a:lnTo>
                <a:lnTo>
                  <a:pt x="632788" y="3166280"/>
                </a:lnTo>
                <a:lnTo>
                  <a:pt x="1202705" y="3124237"/>
                </a:lnTo>
                <a:lnTo>
                  <a:pt x="1712810" y="3055031"/>
                </a:lnTo>
                <a:lnTo>
                  <a:pt x="2166161" y="2961014"/>
                </a:lnTo>
                <a:lnTo>
                  <a:pt x="2565820" y="2844534"/>
                </a:lnTo>
                <a:lnTo>
                  <a:pt x="2914846" y="2707942"/>
                </a:lnTo>
                <a:lnTo>
                  <a:pt x="3216299" y="2553588"/>
                </a:lnTo>
                <a:lnTo>
                  <a:pt x="3473238" y="2383822"/>
                </a:lnTo>
                <a:lnTo>
                  <a:pt x="3688724" y="2200995"/>
                </a:lnTo>
                <a:lnTo>
                  <a:pt x="3865816" y="2007457"/>
                </a:lnTo>
                <a:lnTo>
                  <a:pt x="4007574" y="1805557"/>
                </a:lnTo>
                <a:lnTo>
                  <a:pt x="4117058" y="1597647"/>
                </a:lnTo>
                <a:lnTo>
                  <a:pt x="4197328" y="1386077"/>
                </a:lnTo>
                <a:lnTo>
                  <a:pt x="4251443" y="1173195"/>
                </a:lnTo>
                <a:lnTo>
                  <a:pt x="4282463" y="961354"/>
                </a:lnTo>
                <a:lnTo>
                  <a:pt x="4293449" y="752902"/>
                </a:lnTo>
                <a:lnTo>
                  <a:pt x="4287459" y="550191"/>
                </a:lnTo>
                <a:lnTo>
                  <a:pt x="4267555" y="355570"/>
                </a:lnTo>
                <a:lnTo>
                  <a:pt x="4236794" y="171389"/>
                </a:lnTo>
                <a:lnTo>
                  <a:pt x="4198239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5" name="Google Shape;230;p21"/>
          <p:cNvSpPr/>
          <p:nvPr/>
        </p:nvSpPr>
        <p:spPr>
          <a:xfrm>
            <a:off x="1859279" y="1778825"/>
            <a:ext cx="2386584" cy="2385060"/>
          </a:xfrm>
          <a:custGeom>
            <a:avLst/>
            <a:gdLst/>
            <a:ahLst/>
            <a:cxnLst/>
            <a:rect l="l" t="t" r="r" b="b"/>
            <a:pathLst>
              <a:path w="2386583" h="2385060" extrusionOk="0">
                <a:moveTo>
                  <a:pt x="1193292" y="0"/>
                </a:moveTo>
                <a:lnTo>
                  <a:pt x="1095428" y="3953"/>
                </a:lnTo>
                <a:lnTo>
                  <a:pt x="999742" y="15608"/>
                </a:lnTo>
                <a:lnTo>
                  <a:pt x="906541" y="34657"/>
                </a:lnTo>
                <a:lnTo>
                  <a:pt x="816132" y="60795"/>
                </a:lnTo>
                <a:lnTo>
                  <a:pt x="728823" y="93714"/>
                </a:lnTo>
                <a:lnTo>
                  <a:pt x="644920" y="133106"/>
                </a:lnTo>
                <a:lnTo>
                  <a:pt x="564731" y="178666"/>
                </a:lnTo>
                <a:lnTo>
                  <a:pt x="488563" y="230087"/>
                </a:lnTo>
                <a:lnTo>
                  <a:pt x="416724" y="287061"/>
                </a:lnTo>
                <a:lnTo>
                  <a:pt x="349519" y="349281"/>
                </a:lnTo>
                <a:lnTo>
                  <a:pt x="287258" y="416441"/>
                </a:lnTo>
                <a:lnTo>
                  <a:pt x="230245" y="488234"/>
                </a:lnTo>
                <a:lnTo>
                  <a:pt x="178790" y="564353"/>
                </a:lnTo>
                <a:lnTo>
                  <a:pt x="133199" y="644491"/>
                </a:lnTo>
                <a:lnTo>
                  <a:pt x="93779" y="728341"/>
                </a:lnTo>
                <a:lnTo>
                  <a:pt x="60838" y="815596"/>
                </a:lnTo>
                <a:lnTo>
                  <a:pt x="34682" y="905949"/>
                </a:lnTo>
                <a:lnTo>
                  <a:pt x="15619" y="999094"/>
                </a:lnTo>
                <a:lnTo>
                  <a:pt x="3955" y="1094723"/>
                </a:lnTo>
                <a:lnTo>
                  <a:pt x="0" y="1192529"/>
                </a:lnTo>
                <a:lnTo>
                  <a:pt x="3955" y="1290336"/>
                </a:lnTo>
                <a:lnTo>
                  <a:pt x="15619" y="1385965"/>
                </a:lnTo>
                <a:lnTo>
                  <a:pt x="34682" y="1479110"/>
                </a:lnTo>
                <a:lnTo>
                  <a:pt x="60838" y="1569463"/>
                </a:lnTo>
                <a:lnTo>
                  <a:pt x="93779" y="1656718"/>
                </a:lnTo>
                <a:lnTo>
                  <a:pt x="133199" y="1740568"/>
                </a:lnTo>
                <a:lnTo>
                  <a:pt x="178790" y="1820706"/>
                </a:lnTo>
                <a:lnTo>
                  <a:pt x="230245" y="1896825"/>
                </a:lnTo>
                <a:lnTo>
                  <a:pt x="287258" y="1968618"/>
                </a:lnTo>
                <a:lnTo>
                  <a:pt x="349519" y="2035778"/>
                </a:lnTo>
                <a:lnTo>
                  <a:pt x="416724" y="2097998"/>
                </a:lnTo>
                <a:lnTo>
                  <a:pt x="488563" y="2154972"/>
                </a:lnTo>
                <a:lnTo>
                  <a:pt x="564731" y="2206393"/>
                </a:lnTo>
                <a:lnTo>
                  <a:pt x="644920" y="2251953"/>
                </a:lnTo>
                <a:lnTo>
                  <a:pt x="728823" y="2291345"/>
                </a:lnTo>
                <a:lnTo>
                  <a:pt x="816132" y="2324264"/>
                </a:lnTo>
                <a:lnTo>
                  <a:pt x="906541" y="2350402"/>
                </a:lnTo>
                <a:lnTo>
                  <a:pt x="999742" y="2369451"/>
                </a:lnTo>
                <a:lnTo>
                  <a:pt x="1095428" y="2381106"/>
                </a:lnTo>
                <a:lnTo>
                  <a:pt x="1193292" y="2385060"/>
                </a:lnTo>
                <a:lnTo>
                  <a:pt x="1291155" y="2381106"/>
                </a:lnTo>
                <a:lnTo>
                  <a:pt x="1386841" y="2369451"/>
                </a:lnTo>
                <a:lnTo>
                  <a:pt x="1480042" y="2350402"/>
                </a:lnTo>
                <a:lnTo>
                  <a:pt x="1570451" y="2324264"/>
                </a:lnTo>
                <a:lnTo>
                  <a:pt x="1657760" y="2291345"/>
                </a:lnTo>
                <a:lnTo>
                  <a:pt x="1741663" y="2251953"/>
                </a:lnTo>
                <a:lnTo>
                  <a:pt x="1821852" y="2206393"/>
                </a:lnTo>
                <a:lnTo>
                  <a:pt x="1898020" y="2154972"/>
                </a:lnTo>
                <a:lnTo>
                  <a:pt x="1969859" y="2097998"/>
                </a:lnTo>
                <a:lnTo>
                  <a:pt x="2037064" y="2035778"/>
                </a:lnTo>
                <a:lnTo>
                  <a:pt x="2099325" y="1968618"/>
                </a:lnTo>
                <a:lnTo>
                  <a:pt x="2156338" y="1896825"/>
                </a:lnTo>
                <a:lnTo>
                  <a:pt x="2207793" y="1820706"/>
                </a:lnTo>
                <a:lnTo>
                  <a:pt x="2253384" y="1740568"/>
                </a:lnTo>
                <a:lnTo>
                  <a:pt x="2292804" y="1656718"/>
                </a:lnTo>
                <a:lnTo>
                  <a:pt x="2325745" y="1569463"/>
                </a:lnTo>
                <a:lnTo>
                  <a:pt x="2351901" y="1479110"/>
                </a:lnTo>
                <a:lnTo>
                  <a:pt x="2370964" y="1385965"/>
                </a:lnTo>
                <a:lnTo>
                  <a:pt x="2382628" y="1290336"/>
                </a:lnTo>
                <a:lnTo>
                  <a:pt x="2386584" y="1192529"/>
                </a:lnTo>
                <a:lnTo>
                  <a:pt x="2382628" y="1094723"/>
                </a:lnTo>
                <a:lnTo>
                  <a:pt x="2370964" y="999094"/>
                </a:lnTo>
                <a:lnTo>
                  <a:pt x="2351901" y="905949"/>
                </a:lnTo>
                <a:lnTo>
                  <a:pt x="2325745" y="815596"/>
                </a:lnTo>
                <a:lnTo>
                  <a:pt x="2292804" y="728341"/>
                </a:lnTo>
                <a:lnTo>
                  <a:pt x="2253384" y="644491"/>
                </a:lnTo>
                <a:lnTo>
                  <a:pt x="2207793" y="564353"/>
                </a:lnTo>
                <a:lnTo>
                  <a:pt x="2156338" y="488234"/>
                </a:lnTo>
                <a:lnTo>
                  <a:pt x="2099325" y="416441"/>
                </a:lnTo>
                <a:lnTo>
                  <a:pt x="2037064" y="349281"/>
                </a:lnTo>
                <a:lnTo>
                  <a:pt x="1969859" y="287061"/>
                </a:lnTo>
                <a:lnTo>
                  <a:pt x="1898020" y="230087"/>
                </a:lnTo>
                <a:lnTo>
                  <a:pt x="1821852" y="178666"/>
                </a:lnTo>
                <a:lnTo>
                  <a:pt x="1741663" y="133106"/>
                </a:lnTo>
                <a:lnTo>
                  <a:pt x="1657760" y="93714"/>
                </a:lnTo>
                <a:lnTo>
                  <a:pt x="1570451" y="60795"/>
                </a:lnTo>
                <a:lnTo>
                  <a:pt x="1480042" y="34657"/>
                </a:lnTo>
                <a:lnTo>
                  <a:pt x="1386841" y="15608"/>
                </a:lnTo>
                <a:lnTo>
                  <a:pt x="1291155" y="3953"/>
                </a:lnTo>
                <a:lnTo>
                  <a:pt x="11932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6" name="Google Shape;231;p21"/>
          <p:cNvSpPr/>
          <p:nvPr/>
        </p:nvSpPr>
        <p:spPr>
          <a:xfrm>
            <a:off x="1970532" y="1890076"/>
            <a:ext cx="2164080" cy="21625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7" name="Google Shape;232;p21"/>
          <p:cNvSpPr/>
          <p:nvPr/>
        </p:nvSpPr>
        <p:spPr>
          <a:xfrm>
            <a:off x="1956180" y="1875725"/>
            <a:ext cx="2192782" cy="2191258"/>
          </a:xfrm>
          <a:custGeom>
            <a:avLst/>
            <a:gdLst/>
            <a:ahLst/>
            <a:cxnLst/>
            <a:rect l="l" t="t" r="r" b="b"/>
            <a:pathLst>
              <a:path w="2192781" h="2191258" extrusionOk="0">
                <a:moveTo>
                  <a:pt x="1096391" y="0"/>
                </a:moveTo>
                <a:lnTo>
                  <a:pt x="1152779" y="1524"/>
                </a:lnTo>
                <a:lnTo>
                  <a:pt x="1208405" y="5714"/>
                </a:lnTo>
                <a:lnTo>
                  <a:pt x="1263269" y="12700"/>
                </a:lnTo>
                <a:lnTo>
                  <a:pt x="1317370" y="22351"/>
                </a:lnTo>
                <a:lnTo>
                  <a:pt x="1370330" y="34544"/>
                </a:lnTo>
                <a:lnTo>
                  <a:pt x="1422399" y="49275"/>
                </a:lnTo>
                <a:lnTo>
                  <a:pt x="1473327" y="66548"/>
                </a:lnTo>
                <a:lnTo>
                  <a:pt x="1523238" y="86233"/>
                </a:lnTo>
                <a:lnTo>
                  <a:pt x="1618995" y="132334"/>
                </a:lnTo>
                <a:lnTo>
                  <a:pt x="1709420" y="187198"/>
                </a:lnTo>
                <a:lnTo>
                  <a:pt x="1793747" y="250189"/>
                </a:lnTo>
                <a:lnTo>
                  <a:pt x="1871598" y="320928"/>
                </a:lnTo>
                <a:lnTo>
                  <a:pt x="1942338" y="398780"/>
                </a:lnTo>
                <a:lnTo>
                  <a:pt x="2005457" y="483108"/>
                </a:lnTo>
                <a:lnTo>
                  <a:pt x="2060447" y="573405"/>
                </a:lnTo>
                <a:lnTo>
                  <a:pt x="2106548" y="669036"/>
                </a:lnTo>
                <a:lnTo>
                  <a:pt x="2126234" y="718947"/>
                </a:lnTo>
                <a:lnTo>
                  <a:pt x="2143379" y="769874"/>
                </a:lnTo>
                <a:lnTo>
                  <a:pt x="2158238" y="821816"/>
                </a:lnTo>
                <a:lnTo>
                  <a:pt x="2170430" y="874902"/>
                </a:lnTo>
                <a:lnTo>
                  <a:pt x="2180082" y="928751"/>
                </a:lnTo>
                <a:lnTo>
                  <a:pt x="2187067" y="983614"/>
                </a:lnTo>
                <a:lnTo>
                  <a:pt x="2191258" y="1039240"/>
                </a:lnTo>
                <a:lnTo>
                  <a:pt x="2192782" y="1095628"/>
                </a:lnTo>
                <a:lnTo>
                  <a:pt x="2191258" y="1152016"/>
                </a:lnTo>
                <a:lnTo>
                  <a:pt x="2187067" y="1207643"/>
                </a:lnTo>
                <a:lnTo>
                  <a:pt x="2180082" y="1262507"/>
                </a:lnTo>
                <a:lnTo>
                  <a:pt x="2170430" y="1316355"/>
                </a:lnTo>
                <a:lnTo>
                  <a:pt x="2158238" y="1369440"/>
                </a:lnTo>
                <a:lnTo>
                  <a:pt x="2143379" y="1421384"/>
                </a:lnTo>
                <a:lnTo>
                  <a:pt x="2126234" y="1472311"/>
                </a:lnTo>
                <a:lnTo>
                  <a:pt x="2106548" y="1522222"/>
                </a:lnTo>
                <a:lnTo>
                  <a:pt x="2060447" y="1617852"/>
                </a:lnTo>
                <a:lnTo>
                  <a:pt x="2005457" y="1708150"/>
                </a:lnTo>
                <a:lnTo>
                  <a:pt x="1942338" y="1792477"/>
                </a:lnTo>
                <a:lnTo>
                  <a:pt x="1871598" y="1870328"/>
                </a:lnTo>
                <a:lnTo>
                  <a:pt x="1793747" y="1941068"/>
                </a:lnTo>
                <a:lnTo>
                  <a:pt x="1709420" y="2004060"/>
                </a:lnTo>
                <a:lnTo>
                  <a:pt x="1618995" y="2058924"/>
                </a:lnTo>
                <a:lnTo>
                  <a:pt x="1523238" y="2105025"/>
                </a:lnTo>
                <a:lnTo>
                  <a:pt x="1473327" y="2124710"/>
                </a:lnTo>
                <a:lnTo>
                  <a:pt x="1422399" y="2141982"/>
                </a:lnTo>
                <a:lnTo>
                  <a:pt x="1370330" y="2156714"/>
                </a:lnTo>
                <a:lnTo>
                  <a:pt x="1317370" y="2168906"/>
                </a:lnTo>
                <a:lnTo>
                  <a:pt x="1263269" y="2178558"/>
                </a:lnTo>
                <a:lnTo>
                  <a:pt x="1208405" y="2185543"/>
                </a:lnTo>
                <a:lnTo>
                  <a:pt x="1152779" y="2189734"/>
                </a:lnTo>
                <a:lnTo>
                  <a:pt x="1096391" y="2191258"/>
                </a:lnTo>
                <a:lnTo>
                  <a:pt x="1040002" y="2189734"/>
                </a:lnTo>
                <a:lnTo>
                  <a:pt x="984376" y="2185543"/>
                </a:lnTo>
                <a:lnTo>
                  <a:pt x="929513" y="2178558"/>
                </a:lnTo>
                <a:lnTo>
                  <a:pt x="875411" y="2168906"/>
                </a:lnTo>
                <a:lnTo>
                  <a:pt x="822451" y="2156714"/>
                </a:lnTo>
                <a:lnTo>
                  <a:pt x="770382" y="2141982"/>
                </a:lnTo>
                <a:lnTo>
                  <a:pt x="719455" y="2124710"/>
                </a:lnTo>
                <a:lnTo>
                  <a:pt x="669544" y="2105025"/>
                </a:lnTo>
                <a:lnTo>
                  <a:pt x="573786" y="2058924"/>
                </a:lnTo>
                <a:lnTo>
                  <a:pt x="483362" y="2004060"/>
                </a:lnTo>
                <a:lnTo>
                  <a:pt x="399033" y="1941068"/>
                </a:lnTo>
                <a:lnTo>
                  <a:pt x="321182" y="1870328"/>
                </a:lnTo>
                <a:lnTo>
                  <a:pt x="250444" y="1792477"/>
                </a:lnTo>
                <a:lnTo>
                  <a:pt x="187325" y="1708150"/>
                </a:lnTo>
                <a:lnTo>
                  <a:pt x="132333" y="1617852"/>
                </a:lnTo>
                <a:lnTo>
                  <a:pt x="86232" y="1522222"/>
                </a:lnTo>
                <a:lnTo>
                  <a:pt x="66548" y="1472311"/>
                </a:lnTo>
                <a:lnTo>
                  <a:pt x="49402" y="1421384"/>
                </a:lnTo>
                <a:lnTo>
                  <a:pt x="34543" y="1369440"/>
                </a:lnTo>
                <a:lnTo>
                  <a:pt x="22351" y="1316355"/>
                </a:lnTo>
                <a:lnTo>
                  <a:pt x="12700" y="1262507"/>
                </a:lnTo>
                <a:lnTo>
                  <a:pt x="5714" y="1207643"/>
                </a:lnTo>
                <a:lnTo>
                  <a:pt x="1524" y="1152016"/>
                </a:lnTo>
                <a:lnTo>
                  <a:pt x="0" y="1095628"/>
                </a:lnTo>
                <a:lnTo>
                  <a:pt x="1524" y="1039240"/>
                </a:lnTo>
                <a:lnTo>
                  <a:pt x="5714" y="983614"/>
                </a:lnTo>
                <a:lnTo>
                  <a:pt x="12700" y="928751"/>
                </a:lnTo>
                <a:lnTo>
                  <a:pt x="22351" y="874902"/>
                </a:lnTo>
                <a:lnTo>
                  <a:pt x="34543" y="821816"/>
                </a:lnTo>
                <a:lnTo>
                  <a:pt x="49402" y="769874"/>
                </a:lnTo>
                <a:lnTo>
                  <a:pt x="66548" y="718947"/>
                </a:lnTo>
                <a:lnTo>
                  <a:pt x="86232" y="669036"/>
                </a:lnTo>
                <a:lnTo>
                  <a:pt x="132333" y="573405"/>
                </a:lnTo>
                <a:lnTo>
                  <a:pt x="187325" y="483108"/>
                </a:lnTo>
                <a:lnTo>
                  <a:pt x="250444" y="398780"/>
                </a:lnTo>
                <a:lnTo>
                  <a:pt x="321182" y="320928"/>
                </a:lnTo>
                <a:lnTo>
                  <a:pt x="399033" y="250189"/>
                </a:lnTo>
                <a:lnTo>
                  <a:pt x="483362" y="187198"/>
                </a:lnTo>
                <a:lnTo>
                  <a:pt x="573786" y="132334"/>
                </a:lnTo>
                <a:lnTo>
                  <a:pt x="669544" y="86233"/>
                </a:lnTo>
                <a:lnTo>
                  <a:pt x="719455" y="66548"/>
                </a:lnTo>
                <a:lnTo>
                  <a:pt x="770382" y="49275"/>
                </a:lnTo>
                <a:lnTo>
                  <a:pt x="822451" y="34544"/>
                </a:lnTo>
                <a:lnTo>
                  <a:pt x="875411" y="22351"/>
                </a:lnTo>
                <a:lnTo>
                  <a:pt x="929513" y="12700"/>
                </a:lnTo>
                <a:lnTo>
                  <a:pt x="984376" y="5714"/>
                </a:lnTo>
                <a:lnTo>
                  <a:pt x="1040002" y="1524"/>
                </a:lnTo>
                <a:lnTo>
                  <a:pt x="1096391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8" name="Google Shape;233;p21"/>
          <p:cNvSpPr txBox="1"/>
          <p:nvPr/>
        </p:nvSpPr>
        <p:spPr>
          <a:xfrm>
            <a:off x="4324603" y="2159414"/>
            <a:ext cx="7131684" cy="432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代表理想、理念、富貴的、不在乎外界眼光、 自得其樂、擁有榮華富貴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61"/>
              </a:spcBef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302895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則是懦弱、有麻煩的、無力的、財務 危機、不再自得其樂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39" name="Google Shape;234;p21"/>
          <p:cNvSpPr txBox="1"/>
          <p:nvPr/>
        </p:nvSpPr>
        <p:spPr>
          <a:xfrm>
            <a:off x="2253238" y="1858077"/>
            <a:ext cx="1570355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0" name="Google Shape;235;p21"/>
          <p:cNvSpPr txBox="1">
            <a:spLocks noGrp="1"/>
          </p:cNvSpPr>
          <p:nvPr>
            <p:ph type="title"/>
          </p:nvPr>
        </p:nvSpPr>
        <p:spPr>
          <a:xfrm>
            <a:off x="410367" y="915864"/>
            <a:ext cx="11371275" cy="678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20700">
              <a:lnSpc>
                <a:spcPct val="100000"/>
              </a:lnSpc>
              <a:buClr>
                <a:srgbClr val="FFFFFF"/>
              </a:buClr>
              <a:buSzPts val="4400"/>
            </a:pPr>
            <a:r>
              <a:rPr lang="zh-TW" altLang="en-US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財富之神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048" y="6254742"/>
            <a:ext cx="847725" cy="809625"/>
          </a:xfrm>
          <a:prstGeom prst="rect">
            <a:avLst/>
          </a:prstGeom>
        </p:spPr>
      </p:pic>
      <p:sp>
        <p:nvSpPr>
          <p:cNvPr id="12" name="投影片編號版面配置區 1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Google Shape;240;p22"/>
          <p:cNvSpPr/>
          <p:nvPr/>
        </p:nvSpPr>
        <p:spPr>
          <a:xfrm>
            <a:off x="5" y="350837"/>
            <a:ext cx="4293449" cy="3178810"/>
          </a:xfrm>
          <a:custGeom>
            <a:avLst/>
            <a:gdLst/>
            <a:ahLst/>
            <a:cxnLst/>
            <a:rect l="l" t="t" r="r" b="b"/>
            <a:pathLst>
              <a:path w="4293449" h="3178810" extrusionOk="0">
                <a:moveTo>
                  <a:pt x="4198239" y="0"/>
                </a:moveTo>
                <a:lnTo>
                  <a:pt x="0" y="0"/>
                </a:lnTo>
                <a:lnTo>
                  <a:pt x="0" y="3178810"/>
                </a:lnTo>
                <a:lnTo>
                  <a:pt x="632788" y="3166280"/>
                </a:lnTo>
                <a:lnTo>
                  <a:pt x="1202705" y="3124237"/>
                </a:lnTo>
                <a:lnTo>
                  <a:pt x="1712810" y="3055031"/>
                </a:lnTo>
                <a:lnTo>
                  <a:pt x="2166161" y="2961014"/>
                </a:lnTo>
                <a:lnTo>
                  <a:pt x="2565820" y="2844534"/>
                </a:lnTo>
                <a:lnTo>
                  <a:pt x="2914846" y="2707942"/>
                </a:lnTo>
                <a:lnTo>
                  <a:pt x="3216299" y="2553588"/>
                </a:lnTo>
                <a:lnTo>
                  <a:pt x="3473238" y="2383822"/>
                </a:lnTo>
                <a:lnTo>
                  <a:pt x="3688724" y="2200995"/>
                </a:lnTo>
                <a:lnTo>
                  <a:pt x="3865816" y="2007457"/>
                </a:lnTo>
                <a:lnTo>
                  <a:pt x="4007574" y="1805557"/>
                </a:lnTo>
                <a:lnTo>
                  <a:pt x="4117058" y="1597647"/>
                </a:lnTo>
                <a:lnTo>
                  <a:pt x="4197328" y="1386077"/>
                </a:lnTo>
                <a:lnTo>
                  <a:pt x="4251443" y="1173195"/>
                </a:lnTo>
                <a:lnTo>
                  <a:pt x="4282463" y="961354"/>
                </a:lnTo>
                <a:lnTo>
                  <a:pt x="4293449" y="752902"/>
                </a:lnTo>
                <a:lnTo>
                  <a:pt x="4287459" y="550191"/>
                </a:lnTo>
                <a:lnTo>
                  <a:pt x="4267555" y="355570"/>
                </a:lnTo>
                <a:lnTo>
                  <a:pt x="4236794" y="171389"/>
                </a:lnTo>
                <a:lnTo>
                  <a:pt x="4198239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4" name="Google Shape;241;p22"/>
          <p:cNvSpPr/>
          <p:nvPr/>
        </p:nvSpPr>
        <p:spPr>
          <a:xfrm>
            <a:off x="1859279" y="1778825"/>
            <a:ext cx="2386584" cy="2385060"/>
          </a:xfrm>
          <a:custGeom>
            <a:avLst/>
            <a:gdLst/>
            <a:ahLst/>
            <a:cxnLst/>
            <a:rect l="l" t="t" r="r" b="b"/>
            <a:pathLst>
              <a:path w="2386583" h="2385060" extrusionOk="0">
                <a:moveTo>
                  <a:pt x="1193292" y="0"/>
                </a:moveTo>
                <a:lnTo>
                  <a:pt x="1095428" y="3953"/>
                </a:lnTo>
                <a:lnTo>
                  <a:pt x="999742" y="15608"/>
                </a:lnTo>
                <a:lnTo>
                  <a:pt x="906541" y="34657"/>
                </a:lnTo>
                <a:lnTo>
                  <a:pt x="816132" y="60795"/>
                </a:lnTo>
                <a:lnTo>
                  <a:pt x="728823" y="93714"/>
                </a:lnTo>
                <a:lnTo>
                  <a:pt x="644920" y="133106"/>
                </a:lnTo>
                <a:lnTo>
                  <a:pt x="564731" y="178666"/>
                </a:lnTo>
                <a:lnTo>
                  <a:pt x="488563" y="230087"/>
                </a:lnTo>
                <a:lnTo>
                  <a:pt x="416724" y="287061"/>
                </a:lnTo>
                <a:lnTo>
                  <a:pt x="349519" y="349281"/>
                </a:lnTo>
                <a:lnTo>
                  <a:pt x="287258" y="416441"/>
                </a:lnTo>
                <a:lnTo>
                  <a:pt x="230245" y="488234"/>
                </a:lnTo>
                <a:lnTo>
                  <a:pt x="178790" y="564353"/>
                </a:lnTo>
                <a:lnTo>
                  <a:pt x="133199" y="644491"/>
                </a:lnTo>
                <a:lnTo>
                  <a:pt x="93779" y="728341"/>
                </a:lnTo>
                <a:lnTo>
                  <a:pt x="60838" y="815596"/>
                </a:lnTo>
                <a:lnTo>
                  <a:pt x="34682" y="905949"/>
                </a:lnTo>
                <a:lnTo>
                  <a:pt x="15619" y="999094"/>
                </a:lnTo>
                <a:lnTo>
                  <a:pt x="3955" y="1094723"/>
                </a:lnTo>
                <a:lnTo>
                  <a:pt x="0" y="1192529"/>
                </a:lnTo>
                <a:lnTo>
                  <a:pt x="3955" y="1290336"/>
                </a:lnTo>
                <a:lnTo>
                  <a:pt x="15619" y="1385965"/>
                </a:lnTo>
                <a:lnTo>
                  <a:pt x="34682" y="1479110"/>
                </a:lnTo>
                <a:lnTo>
                  <a:pt x="60838" y="1569463"/>
                </a:lnTo>
                <a:lnTo>
                  <a:pt x="93779" y="1656718"/>
                </a:lnTo>
                <a:lnTo>
                  <a:pt x="133199" y="1740568"/>
                </a:lnTo>
                <a:lnTo>
                  <a:pt x="178790" y="1820706"/>
                </a:lnTo>
                <a:lnTo>
                  <a:pt x="230245" y="1896825"/>
                </a:lnTo>
                <a:lnTo>
                  <a:pt x="287258" y="1968618"/>
                </a:lnTo>
                <a:lnTo>
                  <a:pt x="349519" y="2035778"/>
                </a:lnTo>
                <a:lnTo>
                  <a:pt x="416724" y="2097998"/>
                </a:lnTo>
                <a:lnTo>
                  <a:pt x="488563" y="2154972"/>
                </a:lnTo>
                <a:lnTo>
                  <a:pt x="564731" y="2206393"/>
                </a:lnTo>
                <a:lnTo>
                  <a:pt x="644920" y="2251953"/>
                </a:lnTo>
                <a:lnTo>
                  <a:pt x="728823" y="2291345"/>
                </a:lnTo>
                <a:lnTo>
                  <a:pt x="816132" y="2324264"/>
                </a:lnTo>
                <a:lnTo>
                  <a:pt x="906541" y="2350402"/>
                </a:lnTo>
                <a:lnTo>
                  <a:pt x="999742" y="2369451"/>
                </a:lnTo>
                <a:lnTo>
                  <a:pt x="1095428" y="2381106"/>
                </a:lnTo>
                <a:lnTo>
                  <a:pt x="1193292" y="2385060"/>
                </a:lnTo>
                <a:lnTo>
                  <a:pt x="1291155" y="2381106"/>
                </a:lnTo>
                <a:lnTo>
                  <a:pt x="1386841" y="2369451"/>
                </a:lnTo>
                <a:lnTo>
                  <a:pt x="1480042" y="2350402"/>
                </a:lnTo>
                <a:lnTo>
                  <a:pt x="1570451" y="2324264"/>
                </a:lnTo>
                <a:lnTo>
                  <a:pt x="1657760" y="2291345"/>
                </a:lnTo>
                <a:lnTo>
                  <a:pt x="1741663" y="2251953"/>
                </a:lnTo>
                <a:lnTo>
                  <a:pt x="1821852" y="2206393"/>
                </a:lnTo>
                <a:lnTo>
                  <a:pt x="1898020" y="2154972"/>
                </a:lnTo>
                <a:lnTo>
                  <a:pt x="1969859" y="2097998"/>
                </a:lnTo>
                <a:lnTo>
                  <a:pt x="2037064" y="2035778"/>
                </a:lnTo>
                <a:lnTo>
                  <a:pt x="2099325" y="1968618"/>
                </a:lnTo>
                <a:lnTo>
                  <a:pt x="2156338" y="1896825"/>
                </a:lnTo>
                <a:lnTo>
                  <a:pt x="2207793" y="1820706"/>
                </a:lnTo>
                <a:lnTo>
                  <a:pt x="2253384" y="1740568"/>
                </a:lnTo>
                <a:lnTo>
                  <a:pt x="2292804" y="1656718"/>
                </a:lnTo>
                <a:lnTo>
                  <a:pt x="2325745" y="1569463"/>
                </a:lnTo>
                <a:lnTo>
                  <a:pt x="2351901" y="1479110"/>
                </a:lnTo>
                <a:lnTo>
                  <a:pt x="2370964" y="1385965"/>
                </a:lnTo>
                <a:lnTo>
                  <a:pt x="2382628" y="1290336"/>
                </a:lnTo>
                <a:lnTo>
                  <a:pt x="2386584" y="1192529"/>
                </a:lnTo>
                <a:lnTo>
                  <a:pt x="2382628" y="1094723"/>
                </a:lnTo>
                <a:lnTo>
                  <a:pt x="2370964" y="999094"/>
                </a:lnTo>
                <a:lnTo>
                  <a:pt x="2351901" y="905949"/>
                </a:lnTo>
                <a:lnTo>
                  <a:pt x="2325745" y="815596"/>
                </a:lnTo>
                <a:lnTo>
                  <a:pt x="2292804" y="728341"/>
                </a:lnTo>
                <a:lnTo>
                  <a:pt x="2253384" y="644491"/>
                </a:lnTo>
                <a:lnTo>
                  <a:pt x="2207793" y="564353"/>
                </a:lnTo>
                <a:lnTo>
                  <a:pt x="2156338" y="488234"/>
                </a:lnTo>
                <a:lnTo>
                  <a:pt x="2099325" y="416441"/>
                </a:lnTo>
                <a:lnTo>
                  <a:pt x="2037064" y="349281"/>
                </a:lnTo>
                <a:lnTo>
                  <a:pt x="1969859" y="287061"/>
                </a:lnTo>
                <a:lnTo>
                  <a:pt x="1898020" y="230087"/>
                </a:lnTo>
                <a:lnTo>
                  <a:pt x="1821852" y="178666"/>
                </a:lnTo>
                <a:lnTo>
                  <a:pt x="1741663" y="133106"/>
                </a:lnTo>
                <a:lnTo>
                  <a:pt x="1657760" y="93714"/>
                </a:lnTo>
                <a:lnTo>
                  <a:pt x="1570451" y="60795"/>
                </a:lnTo>
                <a:lnTo>
                  <a:pt x="1480042" y="34657"/>
                </a:lnTo>
                <a:lnTo>
                  <a:pt x="1386841" y="15608"/>
                </a:lnTo>
                <a:lnTo>
                  <a:pt x="1291155" y="3953"/>
                </a:lnTo>
                <a:lnTo>
                  <a:pt x="119329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5" name="Google Shape;242;p22"/>
          <p:cNvSpPr/>
          <p:nvPr/>
        </p:nvSpPr>
        <p:spPr>
          <a:xfrm>
            <a:off x="1970532" y="1890076"/>
            <a:ext cx="2164080" cy="21625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6" name="Google Shape;243;p22"/>
          <p:cNvSpPr/>
          <p:nvPr/>
        </p:nvSpPr>
        <p:spPr>
          <a:xfrm>
            <a:off x="1956180" y="1875725"/>
            <a:ext cx="2192782" cy="2191258"/>
          </a:xfrm>
          <a:custGeom>
            <a:avLst/>
            <a:gdLst/>
            <a:ahLst/>
            <a:cxnLst/>
            <a:rect l="l" t="t" r="r" b="b"/>
            <a:pathLst>
              <a:path w="2192781" h="2191258" extrusionOk="0">
                <a:moveTo>
                  <a:pt x="1096391" y="0"/>
                </a:moveTo>
                <a:lnTo>
                  <a:pt x="1152779" y="1524"/>
                </a:lnTo>
                <a:lnTo>
                  <a:pt x="1208405" y="5714"/>
                </a:lnTo>
                <a:lnTo>
                  <a:pt x="1263269" y="12700"/>
                </a:lnTo>
                <a:lnTo>
                  <a:pt x="1317370" y="22351"/>
                </a:lnTo>
                <a:lnTo>
                  <a:pt x="1370330" y="34544"/>
                </a:lnTo>
                <a:lnTo>
                  <a:pt x="1422399" y="49275"/>
                </a:lnTo>
                <a:lnTo>
                  <a:pt x="1473327" y="66548"/>
                </a:lnTo>
                <a:lnTo>
                  <a:pt x="1523238" y="86233"/>
                </a:lnTo>
                <a:lnTo>
                  <a:pt x="1618995" y="132334"/>
                </a:lnTo>
                <a:lnTo>
                  <a:pt x="1709420" y="187198"/>
                </a:lnTo>
                <a:lnTo>
                  <a:pt x="1793747" y="250189"/>
                </a:lnTo>
                <a:lnTo>
                  <a:pt x="1871598" y="320928"/>
                </a:lnTo>
                <a:lnTo>
                  <a:pt x="1942338" y="398780"/>
                </a:lnTo>
                <a:lnTo>
                  <a:pt x="2005457" y="483108"/>
                </a:lnTo>
                <a:lnTo>
                  <a:pt x="2060447" y="573405"/>
                </a:lnTo>
                <a:lnTo>
                  <a:pt x="2106548" y="669036"/>
                </a:lnTo>
                <a:lnTo>
                  <a:pt x="2126234" y="718947"/>
                </a:lnTo>
                <a:lnTo>
                  <a:pt x="2143379" y="769874"/>
                </a:lnTo>
                <a:lnTo>
                  <a:pt x="2158238" y="821816"/>
                </a:lnTo>
                <a:lnTo>
                  <a:pt x="2170430" y="874902"/>
                </a:lnTo>
                <a:lnTo>
                  <a:pt x="2180082" y="928751"/>
                </a:lnTo>
                <a:lnTo>
                  <a:pt x="2187067" y="983614"/>
                </a:lnTo>
                <a:lnTo>
                  <a:pt x="2191258" y="1039240"/>
                </a:lnTo>
                <a:lnTo>
                  <a:pt x="2192782" y="1095628"/>
                </a:lnTo>
                <a:lnTo>
                  <a:pt x="2191258" y="1152016"/>
                </a:lnTo>
                <a:lnTo>
                  <a:pt x="2187067" y="1207643"/>
                </a:lnTo>
                <a:lnTo>
                  <a:pt x="2180082" y="1262507"/>
                </a:lnTo>
                <a:lnTo>
                  <a:pt x="2170430" y="1316355"/>
                </a:lnTo>
                <a:lnTo>
                  <a:pt x="2158238" y="1369440"/>
                </a:lnTo>
                <a:lnTo>
                  <a:pt x="2143379" y="1421384"/>
                </a:lnTo>
                <a:lnTo>
                  <a:pt x="2126234" y="1472311"/>
                </a:lnTo>
                <a:lnTo>
                  <a:pt x="2106548" y="1522222"/>
                </a:lnTo>
                <a:lnTo>
                  <a:pt x="2060447" y="1617852"/>
                </a:lnTo>
                <a:lnTo>
                  <a:pt x="2005457" y="1708150"/>
                </a:lnTo>
                <a:lnTo>
                  <a:pt x="1942338" y="1792477"/>
                </a:lnTo>
                <a:lnTo>
                  <a:pt x="1871598" y="1870328"/>
                </a:lnTo>
                <a:lnTo>
                  <a:pt x="1793747" y="1941068"/>
                </a:lnTo>
                <a:lnTo>
                  <a:pt x="1709420" y="2004060"/>
                </a:lnTo>
                <a:lnTo>
                  <a:pt x="1618995" y="2058924"/>
                </a:lnTo>
                <a:lnTo>
                  <a:pt x="1523238" y="2105025"/>
                </a:lnTo>
                <a:lnTo>
                  <a:pt x="1473327" y="2124710"/>
                </a:lnTo>
                <a:lnTo>
                  <a:pt x="1422399" y="2141982"/>
                </a:lnTo>
                <a:lnTo>
                  <a:pt x="1370330" y="2156714"/>
                </a:lnTo>
                <a:lnTo>
                  <a:pt x="1317370" y="2168906"/>
                </a:lnTo>
                <a:lnTo>
                  <a:pt x="1263269" y="2178558"/>
                </a:lnTo>
                <a:lnTo>
                  <a:pt x="1208405" y="2185543"/>
                </a:lnTo>
                <a:lnTo>
                  <a:pt x="1152779" y="2189734"/>
                </a:lnTo>
                <a:lnTo>
                  <a:pt x="1096391" y="2191258"/>
                </a:lnTo>
                <a:lnTo>
                  <a:pt x="1040002" y="2189734"/>
                </a:lnTo>
                <a:lnTo>
                  <a:pt x="984376" y="2185543"/>
                </a:lnTo>
                <a:lnTo>
                  <a:pt x="929513" y="2178558"/>
                </a:lnTo>
                <a:lnTo>
                  <a:pt x="875411" y="2168906"/>
                </a:lnTo>
                <a:lnTo>
                  <a:pt x="822451" y="2156714"/>
                </a:lnTo>
                <a:lnTo>
                  <a:pt x="770382" y="2141982"/>
                </a:lnTo>
                <a:lnTo>
                  <a:pt x="719455" y="2124710"/>
                </a:lnTo>
                <a:lnTo>
                  <a:pt x="669544" y="2105025"/>
                </a:lnTo>
                <a:lnTo>
                  <a:pt x="573786" y="2058924"/>
                </a:lnTo>
                <a:lnTo>
                  <a:pt x="483362" y="2004060"/>
                </a:lnTo>
                <a:lnTo>
                  <a:pt x="399033" y="1941068"/>
                </a:lnTo>
                <a:lnTo>
                  <a:pt x="321182" y="1870328"/>
                </a:lnTo>
                <a:lnTo>
                  <a:pt x="250444" y="1792477"/>
                </a:lnTo>
                <a:lnTo>
                  <a:pt x="187325" y="1708150"/>
                </a:lnTo>
                <a:lnTo>
                  <a:pt x="132333" y="1617852"/>
                </a:lnTo>
                <a:lnTo>
                  <a:pt x="86232" y="1522222"/>
                </a:lnTo>
                <a:lnTo>
                  <a:pt x="66548" y="1472311"/>
                </a:lnTo>
                <a:lnTo>
                  <a:pt x="49402" y="1421384"/>
                </a:lnTo>
                <a:lnTo>
                  <a:pt x="34543" y="1369440"/>
                </a:lnTo>
                <a:lnTo>
                  <a:pt x="22351" y="1316355"/>
                </a:lnTo>
                <a:lnTo>
                  <a:pt x="12700" y="1262507"/>
                </a:lnTo>
                <a:lnTo>
                  <a:pt x="5714" y="1207643"/>
                </a:lnTo>
                <a:lnTo>
                  <a:pt x="1524" y="1152016"/>
                </a:lnTo>
                <a:lnTo>
                  <a:pt x="0" y="1095628"/>
                </a:lnTo>
                <a:lnTo>
                  <a:pt x="1524" y="1039240"/>
                </a:lnTo>
                <a:lnTo>
                  <a:pt x="5714" y="983614"/>
                </a:lnTo>
                <a:lnTo>
                  <a:pt x="12700" y="928751"/>
                </a:lnTo>
                <a:lnTo>
                  <a:pt x="22351" y="874902"/>
                </a:lnTo>
                <a:lnTo>
                  <a:pt x="34543" y="821816"/>
                </a:lnTo>
                <a:lnTo>
                  <a:pt x="49402" y="769874"/>
                </a:lnTo>
                <a:lnTo>
                  <a:pt x="66548" y="718947"/>
                </a:lnTo>
                <a:lnTo>
                  <a:pt x="86232" y="669036"/>
                </a:lnTo>
                <a:lnTo>
                  <a:pt x="132333" y="573405"/>
                </a:lnTo>
                <a:lnTo>
                  <a:pt x="187325" y="483108"/>
                </a:lnTo>
                <a:lnTo>
                  <a:pt x="250444" y="398780"/>
                </a:lnTo>
                <a:lnTo>
                  <a:pt x="321182" y="320928"/>
                </a:lnTo>
                <a:lnTo>
                  <a:pt x="399033" y="250189"/>
                </a:lnTo>
                <a:lnTo>
                  <a:pt x="483362" y="187198"/>
                </a:lnTo>
                <a:lnTo>
                  <a:pt x="573786" y="132334"/>
                </a:lnTo>
                <a:lnTo>
                  <a:pt x="669544" y="86233"/>
                </a:lnTo>
                <a:lnTo>
                  <a:pt x="719455" y="66548"/>
                </a:lnTo>
                <a:lnTo>
                  <a:pt x="770382" y="49275"/>
                </a:lnTo>
                <a:lnTo>
                  <a:pt x="822451" y="34544"/>
                </a:lnTo>
                <a:lnTo>
                  <a:pt x="875411" y="22351"/>
                </a:lnTo>
                <a:lnTo>
                  <a:pt x="929513" y="12700"/>
                </a:lnTo>
                <a:lnTo>
                  <a:pt x="984376" y="5714"/>
                </a:lnTo>
                <a:lnTo>
                  <a:pt x="1040002" y="1524"/>
                </a:lnTo>
                <a:lnTo>
                  <a:pt x="1096391" y="0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7" name="Google Shape;244;p22"/>
          <p:cNvSpPr txBox="1"/>
          <p:nvPr/>
        </p:nvSpPr>
        <p:spPr>
          <a:xfrm>
            <a:off x="4553839" y="806686"/>
            <a:ext cx="7129780" cy="6011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代表才華橫溢、有技能的人、是輔臣、伴侶、 好搭檔，也有執行的意思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9"/>
              </a:spcBef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問健康主血光、刀關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建議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去做深層健康檢查抽血可破血光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9"/>
              </a:spcBef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是不忠實、有麻煩的、惡劣的、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無所不用其極的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12"/>
              </a:spcBef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219075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若問是否為同性戀，出現雙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219075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不論花色，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則結論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是非常有可能的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48" name="Google Shape;245;p22"/>
          <p:cNvSpPr txBox="1"/>
          <p:nvPr/>
        </p:nvSpPr>
        <p:spPr>
          <a:xfrm>
            <a:off x="2803656" y="1858077"/>
            <a:ext cx="511809" cy="1918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9" name="Google Shape;246;p22"/>
          <p:cNvSpPr txBox="1">
            <a:spLocks noGrp="1"/>
          </p:cNvSpPr>
          <p:nvPr>
            <p:ph type="title"/>
          </p:nvPr>
        </p:nvSpPr>
        <p:spPr>
          <a:xfrm>
            <a:off x="410367" y="915864"/>
            <a:ext cx="11371275" cy="678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20700">
              <a:lnSpc>
                <a:spcPct val="100000"/>
              </a:lnSpc>
              <a:buClr>
                <a:srgbClr val="FFFFFF"/>
              </a:buClr>
              <a:buSzPts val="4400"/>
            </a:pPr>
            <a:r>
              <a:rPr lang="zh-TW" altLang="en-US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精銳戰士</a:t>
            </a:r>
            <a:endParaRPr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048" y="6254742"/>
            <a:ext cx="847725" cy="809625"/>
          </a:xfrm>
          <a:prstGeom prst="rect">
            <a:avLst/>
          </a:prstGeom>
        </p:spPr>
      </p:pic>
      <p:sp>
        <p:nvSpPr>
          <p:cNvPr id="12" name="投影片編號版面配置區 1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21</a:t>
            </a:fld>
            <a:endParaRPr lang="zh-TW" altLang="en-US"/>
          </a:p>
        </p:txBody>
      </p:sp>
      <p:sp>
        <p:nvSpPr>
          <p:cNvPr id="13" name="Google Shape;167;p14"/>
          <p:cNvSpPr txBox="1"/>
          <p:nvPr/>
        </p:nvSpPr>
        <p:spPr>
          <a:xfrm>
            <a:off x="2863053" y="4240068"/>
            <a:ext cx="774450" cy="6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刀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Google Shape;251;p23"/>
          <p:cNvSpPr txBox="1"/>
          <p:nvPr/>
        </p:nvSpPr>
        <p:spPr>
          <a:xfrm>
            <a:off x="4553839" y="1777149"/>
            <a:ext cx="7129780" cy="257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代表自信、強大的執行力、富貴、圓滿、光鮮 亮麗的，皇后是整副牌中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最強而有力的一張</a:t>
            </a:r>
            <a:endParaRPr sz="3200" u="sng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62"/>
              </a:spcBef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7747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是無所不用其極、黑梅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是最強而有力、正邪一線之隔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7747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所以有了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它的出現，很多困難都可能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迎刃而解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用在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好即好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用在人邪惡的一面與信念有關</a:t>
            </a:r>
            <a:r>
              <a:rPr lang="en-US" altLang="zh-TW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zh-TW" altLang="en-US"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77470"/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53" name="Google Shape;252;p23"/>
          <p:cNvSpPr txBox="1"/>
          <p:nvPr/>
        </p:nvSpPr>
        <p:spPr>
          <a:xfrm>
            <a:off x="1067816" y="915859"/>
            <a:ext cx="2506980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皇后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39"/>
              </a:spcBef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46812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048" y="6254742"/>
            <a:ext cx="847725" cy="809625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Google Shape;257;p24"/>
          <p:cNvSpPr txBox="1"/>
          <p:nvPr/>
        </p:nvSpPr>
        <p:spPr>
          <a:xfrm>
            <a:off x="4553839" y="2173760"/>
            <a:ext cx="7129780" cy="469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代表權威、寬廣、福氣、佔有力強、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霸氣外露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 是懦弱的、無能的、力量不足、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健康走下坡、 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也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很有可能步上版圖瓦解的危機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57" name="Google Shape;258;p24"/>
          <p:cNvSpPr txBox="1"/>
          <p:nvPr/>
        </p:nvSpPr>
        <p:spPr>
          <a:xfrm>
            <a:off x="1067816" y="915859"/>
            <a:ext cx="2376170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39"/>
              </a:spcBef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570990"/>
            <a:r>
              <a:rPr lang="en-US" altLang="zh-TW" sz="1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00643"/>
            <a:ext cx="2544266" cy="190819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048" y="6254742"/>
            <a:ext cx="847725" cy="809625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Google Shape;264;p25"/>
          <p:cNvSpPr/>
          <p:nvPr/>
        </p:nvSpPr>
        <p:spPr>
          <a:xfrm>
            <a:off x="5" y="350842"/>
            <a:ext cx="5599367" cy="5292979"/>
          </a:xfrm>
          <a:custGeom>
            <a:avLst/>
            <a:gdLst/>
            <a:ahLst/>
            <a:cxnLst/>
            <a:rect l="l" t="t" r="r" b="b"/>
            <a:pathLst>
              <a:path w="5599367" h="5292979" extrusionOk="0">
                <a:moveTo>
                  <a:pt x="5475224" y="0"/>
                </a:moveTo>
                <a:lnTo>
                  <a:pt x="0" y="0"/>
                </a:lnTo>
                <a:lnTo>
                  <a:pt x="0" y="5292979"/>
                </a:lnTo>
                <a:lnTo>
                  <a:pt x="825265" y="5272114"/>
                </a:lnTo>
                <a:lnTo>
                  <a:pt x="1568533" y="5202108"/>
                </a:lnTo>
                <a:lnTo>
                  <a:pt x="2233795" y="5086874"/>
                </a:lnTo>
                <a:lnTo>
                  <a:pt x="2825040" y="4930326"/>
                </a:lnTo>
                <a:lnTo>
                  <a:pt x="3346261" y="4736377"/>
                </a:lnTo>
                <a:lnTo>
                  <a:pt x="3801447" y="4508940"/>
                </a:lnTo>
                <a:lnTo>
                  <a:pt x="4194590" y="4251928"/>
                </a:lnTo>
                <a:lnTo>
                  <a:pt x="4529679" y="3969254"/>
                </a:lnTo>
                <a:lnTo>
                  <a:pt x="4810706" y="3664833"/>
                </a:lnTo>
                <a:lnTo>
                  <a:pt x="5041661" y="3342576"/>
                </a:lnTo>
                <a:lnTo>
                  <a:pt x="5226536" y="3006398"/>
                </a:lnTo>
                <a:lnTo>
                  <a:pt x="5369320" y="2660211"/>
                </a:lnTo>
                <a:lnTo>
                  <a:pt x="5474004" y="2307928"/>
                </a:lnTo>
                <a:lnTo>
                  <a:pt x="5544580" y="1953464"/>
                </a:lnTo>
                <a:lnTo>
                  <a:pt x="5585037" y="1600731"/>
                </a:lnTo>
                <a:lnTo>
                  <a:pt x="5599367" y="1253643"/>
                </a:lnTo>
                <a:lnTo>
                  <a:pt x="5591559" y="916112"/>
                </a:lnTo>
                <a:lnTo>
                  <a:pt x="5565606" y="592053"/>
                </a:lnTo>
                <a:lnTo>
                  <a:pt x="5525497" y="285377"/>
                </a:lnTo>
                <a:lnTo>
                  <a:pt x="5475224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62" name="Google Shape;265;p25"/>
          <p:cNvSpPr/>
          <p:nvPr/>
        </p:nvSpPr>
        <p:spPr>
          <a:xfrm>
            <a:off x="5" y="350837"/>
            <a:ext cx="5228843" cy="52867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63" name="Google Shape;266;p25"/>
          <p:cNvSpPr txBox="1"/>
          <p:nvPr/>
        </p:nvSpPr>
        <p:spPr>
          <a:xfrm>
            <a:off x="5144882" y="3590484"/>
            <a:ext cx="6566053" cy="1960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zh-TW" altLang="en-US" sz="66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特殊牌組合說明</a:t>
            </a:r>
            <a:endParaRPr sz="6600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Google Shape;271;p26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67" name="Google Shape;272;p26"/>
          <p:cNvSpPr txBox="1"/>
          <p:nvPr/>
        </p:nvSpPr>
        <p:spPr>
          <a:xfrm>
            <a:off x="9284678" y="391990"/>
            <a:ext cx="3771480" cy="3042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 </a:t>
            </a:r>
            <a:r>
              <a:rPr lang="en-US" altLang="zh-TW" sz="4400" b="1" dirty="0" err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	</a:t>
            </a:r>
            <a:endParaRPr lang="en-US" altLang="zh-TW" sz="4400" b="1" dirty="0" smtClean="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 </a:t>
            </a:r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6034">
              <a:spcBef>
                <a:spcPts val="120"/>
              </a:spcBef>
            </a:pPr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88</a:t>
            </a:r>
            <a:r>
              <a:rPr lang="zh-TW" altLang="en-US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</a:t>
            </a:r>
            <a:endParaRPr lang="en-US" altLang="zh-TW" sz="4400" b="1" dirty="0" smtClean="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6034">
              <a:spcBef>
                <a:spcPts val="120"/>
              </a:spcBef>
            </a:pPr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1010</a:t>
            </a:r>
          </a:p>
          <a:p>
            <a:pPr marL="26034">
              <a:spcBef>
                <a:spcPts val="120"/>
              </a:spcBef>
            </a:pPr>
            <a:r>
              <a:rPr lang="zh-TW" altLang="en-US" sz="44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開高走低</a:t>
            </a:r>
            <a:endParaRPr sz="44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68" name="Google Shape;273;p26"/>
          <p:cNvSpPr txBox="1"/>
          <p:nvPr/>
        </p:nvSpPr>
        <p:spPr>
          <a:xfrm>
            <a:off x="703581" y="3110292"/>
            <a:ext cx="7404834" cy="3828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algn="just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 A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5 5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8 8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10 10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如果黑梅出現在後，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86995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這些組合無論任何事情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86995" algn="just"/>
            <a:r>
              <a:rPr lang="zh-TW" altLang="en-US" sz="3200" b="1" u="sng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開高走低的意味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 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86995" algn="just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好或不好的問題中，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86995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意味都偏向於局勢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即將走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下坡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69" name="Google Shape;274;p26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Google Shape;279;p27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73" name="Google Shape;280;p27"/>
          <p:cNvSpPr txBox="1"/>
          <p:nvPr/>
        </p:nvSpPr>
        <p:spPr>
          <a:xfrm>
            <a:off x="9276662" y="1291455"/>
            <a:ext cx="2098071" cy="145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 </a:t>
            </a:r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</a:p>
          <a:p>
            <a:pPr marL="12700"/>
            <a:r>
              <a:rPr lang="zh-TW" altLang="en-US" sz="44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雙鬼合</a:t>
            </a:r>
            <a:endParaRPr sz="44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74" name="Google Shape;281;p27"/>
          <p:cNvSpPr txBox="1"/>
          <p:nvPr/>
        </p:nvSpPr>
        <p:spPr>
          <a:xfrm>
            <a:off x="425200" y="2214884"/>
            <a:ext cx="8688655" cy="2071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2 2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出現，只要黑梅不是出現在後，這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組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牌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稱 之為“雙鬼合”，能逢凶化吉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是否達成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某目標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問題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中代表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獲得強大助力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所以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事情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將會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有好轉的趨勢，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75" name="Google Shape;282;p27"/>
          <p:cNvSpPr txBox="1"/>
          <p:nvPr/>
        </p:nvSpPr>
        <p:spPr>
          <a:xfrm>
            <a:off x="425200" y="4481321"/>
            <a:ext cx="11337377" cy="257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不過畢竟出現了兩張鬼惑，過程中難免紛爭不斷，挫折綿綿，所以執行中務必如履薄冰，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步步為營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黑梅出現在後，就表示事情的發展毫無轉圜之地，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有雪上加霜，難上加難的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意思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黑梅第一張才是好牌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 marR="12700"/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兩張都沒有黑梅都逢兇化吉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二黑梅在後無解雪上加霜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b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76" name="Google Shape;283;p27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Google Shape;288;p28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80" name="Google Shape;289;p28"/>
          <p:cNvSpPr txBox="1"/>
          <p:nvPr/>
        </p:nvSpPr>
        <p:spPr>
          <a:xfrm>
            <a:off x="9835064" y="1341568"/>
            <a:ext cx="1719580" cy="231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3 3	</a:t>
            </a:r>
            <a:endParaRPr lang="en-US" altLang="zh-TW" sz="4400" b="1" dirty="0" smtClean="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</a:t>
            </a:r>
            <a:r>
              <a:rPr lang="en-US" altLang="zh-TW" sz="4400" b="1" dirty="0" err="1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endParaRPr lang="en-US" altLang="zh-TW" sz="4400" b="1" dirty="0" smtClean="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44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同性戀</a:t>
            </a:r>
            <a:endParaRPr sz="44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81" name="Google Shape;290;p28"/>
          <p:cNvSpPr txBox="1"/>
          <p:nvPr/>
        </p:nvSpPr>
        <p:spPr>
          <a:xfrm>
            <a:off x="703585" y="3306000"/>
            <a:ext cx="6774549" cy="282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3 3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或是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出現，不論花色，若問性向，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則代表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對方是同性戀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假使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翻出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3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altLang="en-US" sz="3200" b="1" u="sng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需要再翻第三張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倘若又翻出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，結果也是肯定的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82" name="Google Shape;291;p28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Google Shape;296;p29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86" name="Google Shape;297;p29"/>
          <p:cNvSpPr txBox="1"/>
          <p:nvPr/>
        </p:nvSpPr>
        <p:spPr>
          <a:xfrm>
            <a:off x="9417345" y="1206186"/>
            <a:ext cx="3062707" cy="2342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 </a:t>
            </a:r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</a:p>
          <a:p>
            <a:pPr marL="12700"/>
            <a:r>
              <a:rPr lang="zh-TW" altLang="en-US" sz="44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zh-TW" altLang="en-US" sz="44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風疊</a:t>
            </a:r>
            <a:endParaRPr sz="44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87" name="Google Shape;298;p29"/>
          <p:cNvSpPr txBox="1"/>
          <p:nvPr/>
        </p:nvSpPr>
        <p:spPr>
          <a:xfrm>
            <a:off x="634994" y="2569786"/>
            <a:ext cx="7958167" cy="2694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4 4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，只要黑梅不是出現在後，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則稱為 “雙風疊”，意味著塵埃落定，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在是否 能達成某目標的問題中，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代表事情將會雨過天晴，將有明朗的發展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88" name="Google Shape;299;p29"/>
          <p:cNvSpPr txBox="1"/>
          <p:nvPr/>
        </p:nvSpPr>
        <p:spPr>
          <a:xfrm>
            <a:off x="703585" y="5439432"/>
            <a:ext cx="8991263" cy="1168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>
              <a:lnSpc>
                <a:spcPct val="100099"/>
              </a:lnSpc>
            </a:pP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</a:t>
            </a:r>
            <a:r>
              <a:rPr lang="zh-TW" altLang="en-US" sz="32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黑梅在後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，將會形成狂風驟雨，超級不妙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89" name="Google Shape;300;p29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Google Shape;305;p30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93" name="Google Shape;306;p30"/>
          <p:cNvSpPr txBox="1"/>
          <p:nvPr/>
        </p:nvSpPr>
        <p:spPr>
          <a:xfrm>
            <a:off x="9035574" y="854352"/>
            <a:ext cx="3002351" cy="233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46</a:t>
            </a:r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	</a:t>
            </a:r>
            <a:r>
              <a:rPr lang="zh-TW" altLang="en-US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endParaRPr lang="en-US" altLang="zh-TW" sz="4400" b="1" dirty="0" smtClean="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64</a:t>
            </a:r>
          </a:p>
          <a:p>
            <a:pPr marL="12700"/>
            <a:r>
              <a:rPr lang="en-US" altLang="zh-TW" sz="44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No </a:t>
            </a:r>
            <a:r>
              <a:rPr lang="en-US" altLang="zh-TW" sz="44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Good</a:t>
            </a:r>
          </a:p>
          <a:p>
            <a:pPr marL="12700"/>
            <a:r>
              <a:rPr lang="zh-TW" altLang="en-US" sz="44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分手的徵兆</a:t>
            </a:r>
            <a:endParaRPr lang="en-US" altLang="zh-TW" sz="44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94" name="Google Shape;307;p30"/>
          <p:cNvSpPr txBox="1"/>
          <p:nvPr/>
        </p:nvSpPr>
        <p:spPr>
          <a:xfrm>
            <a:off x="703584" y="3306004"/>
            <a:ext cx="7250599" cy="270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4 6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，不論花色，在身體或愛情的問題中出現，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代表身體已亮紅燈及產生了分手的徵兆，簡單來說，就是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No </a:t>
            </a:r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Good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795" name="Google Shape;308;p30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Google Shape;313;p31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99" name="Google Shape;314;p31"/>
          <p:cNvSpPr txBox="1"/>
          <p:nvPr/>
        </p:nvSpPr>
        <p:spPr>
          <a:xfrm>
            <a:off x="8985266" y="1104474"/>
            <a:ext cx="2922031" cy="2201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 </a:t>
            </a:r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</a:p>
          <a:p>
            <a:pPr marL="12700"/>
            <a:r>
              <a:rPr lang="zh-TW" altLang="en-US" sz="44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大吉大利</a:t>
            </a:r>
            <a:endParaRPr sz="44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00" name="Google Shape;315;p31"/>
          <p:cNvSpPr txBox="1"/>
          <p:nvPr/>
        </p:nvSpPr>
        <p:spPr>
          <a:xfrm>
            <a:off x="703585" y="3306005"/>
            <a:ext cx="6222365" cy="1231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6 6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，只要黑梅不出現在後，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不論問題， 此為大吉大利之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卦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01" name="Google Shape;316;p31"/>
          <p:cNvSpPr txBox="1"/>
          <p:nvPr/>
        </p:nvSpPr>
        <p:spPr>
          <a:xfrm>
            <a:off x="703586" y="4938959"/>
            <a:ext cx="11488419" cy="862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若黑梅在後，將變成無解的死結，非常的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不妙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都黑梅在後都不妙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02" name="Google Shape;317;p31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Google Shape;331;p33"/>
          <p:cNvSpPr txBox="1"/>
          <p:nvPr/>
        </p:nvSpPr>
        <p:spPr>
          <a:xfrm>
            <a:off x="9522683" y="934317"/>
            <a:ext cx="1912339" cy="1921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 </a:t>
            </a:r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</a:p>
          <a:p>
            <a:pPr marL="12700"/>
            <a:r>
              <a:rPr lang="zh-TW" altLang="en-US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身體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19" name="Google Shape;332;p33"/>
          <p:cNvSpPr txBox="1"/>
          <p:nvPr/>
        </p:nvSpPr>
        <p:spPr>
          <a:xfrm>
            <a:off x="703584" y="3066990"/>
            <a:ext cx="9170797" cy="3541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107"/>
              </a:lnSpc>
            </a:pP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7 7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，不論花色，若在身體的問題中出現，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</a:t>
            </a: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表要極度小心，是非常不妙的組合，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假使再翻一張牌</a:t>
            </a:r>
            <a:r>
              <a:rPr lang="zh-TW" altLang="zh-TW" sz="20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（身體健康可翻三張牌）</a:t>
            </a: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又</a:t>
            </a:r>
            <a:r>
              <a:rPr lang="zh-TW" altLang="zh-TW" sz="3200" b="1" dirty="0" smtClean="0">
                <a:latin typeface="Microsoft JhengHei"/>
                <a:ea typeface="Microsoft JhengHei"/>
                <a:cs typeface="Microsoft JhengHei"/>
                <a:sym typeface="Microsoft JhengHei"/>
              </a:rPr>
              <a:t>出現</a:t>
            </a: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7，則代表情況嚴重，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所謂神仙難救無命客， 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107"/>
              </a:lnSpc>
            </a:pPr>
            <a:r>
              <a:rPr lang="zh-TW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出現6或4，也是非常不妙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21" name="Google Shape;334;p33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Google Shape;339;p34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25" name="Google Shape;340;p34"/>
          <p:cNvSpPr txBox="1"/>
          <p:nvPr/>
        </p:nvSpPr>
        <p:spPr>
          <a:xfrm>
            <a:off x="10369560" y="1106963"/>
            <a:ext cx="2023745" cy="1364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120"/>
              </a:spcBef>
            </a:pPr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9Q</a:t>
            </a:r>
            <a:r>
              <a:rPr lang="zh-TW" altLang="en-US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</a:p>
          <a:p>
            <a:pPr>
              <a:spcBef>
                <a:spcPts val="120"/>
              </a:spcBef>
            </a:pPr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Q9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26" name="Google Shape;341;p34"/>
          <p:cNvSpPr txBox="1"/>
          <p:nvPr/>
        </p:nvSpPr>
        <p:spPr>
          <a:xfrm>
            <a:off x="703580" y="3000888"/>
            <a:ext cx="9917528" cy="3640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2691130" algn="just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 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9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，叫做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"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戰士執斧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"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2762250" algn="just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 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 9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，為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"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皇后執斧“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2762250" algn="just"/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這些排組象徵著優越的能力與執行力，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在是否能達成某目標的問題中，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代表無堅不摧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，過關斬將，凡事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都能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迎刃而解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該不該嫁後面不可有黑梅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適合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27" name="Google Shape;342;p34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32</a:t>
            </a:fld>
            <a:endParaRPr lang="zh-TW" altLang="en-US"/>
          </a:p>
        </p:txBody>
      </p:sp>
      <p:sp>
        <p:nvSpPr>
          <p:cNvPr id="7" name="Google Shape;340;p34"/>
          <p:cNvSpPr txBox="1"/>
          <p:nvPr/>
        </p:nvSpPr>
        <p:spPr>
          <a:xfrm>
            <a:off x="8890612" y="1206186"/>
            <a:ext cx="3097072" cy="2511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9J</a:t>
            </a:r>
            <a:r>
              <a:rPr lang="zh-TW" altLang="en-US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	</a:t>
            </a:r>
            <a:endParaRPr lang="en-US" altLang="zh-TW" sz="4400" b="1" dirty="0" smtClean="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J9</a:t>
            </a:r>
          </a:p>
          <a:p>
            <a:r>
              <a:rPr lang="zh-TW" altLang="en-US" sz="4400" b="1" dirty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過關斬將</a:t>
            </a:r>
            <a:endParaRPr sz="4400" dirty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Google Shape;355;p36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37" name="Google Shape;356;p36"/>
          <p:cNvSpPr txBox="1"/>
          <p:nvPr/>
        </p:nvSpPr>
        <p:spPr>
          <a:xfrm>
            <a:off x="8299939" y="1134786"/>
            <a:ext cx="4310743" cy="1771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JQ</a:t>
            </a:r>
            <a:r>
              <a:rPr lang="zh-TW" altLang="en-US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QJ</a:t>
            </a:r>
            <a:endParaRPr lang="en-US" altLang="zh-TW"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4400" b="1" dirty="0" smtClean="0">
                <a:solidFill>
                  <a:schemeClr val="bg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圓滿順利過關</a:t>
            </a:r>
            <a:endParaRPr lang="en-US" altLang="zh-TW" sz="4400" b="1" dirty="0" smtClean="0">
              <a:solidFill>
                <a:schemeClr val="bg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38" name="Google Shape;357;p36"/>
          <p:cNvSpPr txBox="1"/>
          <p:nvPr/>
        </p:nvSpPr>
        <p:spPr>
          <a:xfrm>
            <a:off x="703585" y="2132202"/>
            <a:ext cx="11488419" cy="527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62560" algn="just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 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，皇后配武士，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6256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完美搭檔的一個組合，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6256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在事業與期許類的問題中，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6256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意味著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順利過關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，心想事成，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6256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任何有關合作的事宜，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6256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當然是非常的圓滿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56"/>
              </a:spcBef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700">
              <a:lnSpc>
                <a:spcPct val="100099"/>
              </a:lnSpc>
            </a:pP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在所有事情中的問題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只要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不是黑梅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J)(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會有破壞的意味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en-US" altLang="zh-TW" sz="20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>
              <a:lnSpc>
                <a:spcPct val="100099"/>
              </a:lnSpc>
            </a:pP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這樣的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牌組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代表幸福與美滿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60"/>
              </a:spcBef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39" name="Google Shape;358;p36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3579" y="6514338"/>
            <a:ext cx="899307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43255" algn="just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K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和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 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，國王配武士，也有相同的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意味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643255" algn="just"/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我讓兒子當任公司的執行長好嗎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zh-TW" altLang="en-US"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2" name="Google Shape;363;p37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43" name="Google Shape;364;p37"/>
          <p:cNvSpPr txBox="1"/>
          <p:nvPr/>
        </p:nvSpPr>
        <p:spPr>
          <a:xfrm>
            <a:off x="8847709" y="1287727"/>
            <a:ext cx="3192569" cy="206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QK </a:t>
            </a:r>
            <a:r>
              <a:rPr lang="zh-TW" altLang="en-US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KQ</a:t>
            </a:r>
          </a:p>
          <a:p>
            <a:pPr marL="12700"/>
            <a:r>
              <a:rPr lang="zh-TW" altLang="en-US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心想事成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44" name="Google Shape;365;p37"/>
          <p:cNvSpPr txBox="1">
            <a:spLocks noGrp="1"/>
          </p:cNvSpPr>
          <p:nvPr>
            <p:ph type="body" idx="1"/>
          </p:nvPr>
        </p:nvSpPr>
        <p:spPr>
          <a:xfrm>
            <a:off x="703585" y="3439482"/>
            <a:ext cx="9740409" cy="2717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indent="-127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en-US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Q K</a:t>
            </a:r>
            <a:r>
              <a:rPr lang="zh-TW" altLang="en-US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K Q</a:t>
            </a:r>
            <a:r>
              <a:rPr lang="zh-TW" altLang="en-US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，天造地設的一個組合，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indent="-127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zh-TW" altLang="en-US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在事業與期許的問題中，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indent="-127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zh-TW" altLang="en-US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意味著順利過關及心想事成， 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indent="-127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zh-TW" altLang="en-US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任何有關合作的事宜中也是非常的圓滿如意</a:t>
            </a:r>
            <a:endParaRPr lang="en-US" altLang="zh-TW" sz="3200" b="1" dirty="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indent="-12700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zh-TW" altLang="en-US" sz="3200" b="1" dirty="0">
                <a:latin typeface="Microsoft JhengHei"/>
                <a:ea typeface="Microsoft JhengHei"/>
                <a:cs typeface="Microsoft JhengHei"/>
                <a:sym typeface="Microsoft JhengHei"/>
              </a:rPr>
              <a:t>在愛情的問題中則是幸福美滿的象徵</a:t>
            </a:r>
            <a:endParaRPr sz="3200" dirty="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45" name="Google Shape;366;p37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Google Shape;322;p32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06" name="Google Shape;323;p32"/>
          <p:cNvSpPr txBox="1"/>
          <p:nvPr/>
        </p:nvSpPr>
        <p:spPr>
          <a:xfrm>
            <a:off x="8580457" y="655554"/>
            <a:ext cx="2874663" cy="2729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35"/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55</a:t>
            </a:r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	</a:t>
            </a:r>
            <a:r>
              <a:rPr lang="zh-TW" altLang="en-US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</a:t>
            </a:r>
            <a:endParaRPr lang="en-US" altLang="zh-TW" sz="4400" b="1" dirty="0" smtClean="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635"/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88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lnSpc>
                <a:spcPct val="119090"/>
              </a:lnSpc>
              <a:spcBef>
                <a:spcPts val="120"/>
              </a:spcBef>
            </a:pPr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1010</a:t>
            </a:r>
          </a:p>
          <a:p>
            <a:pPr>
              <a:lnSpc>
                <a:spcPct val="119090"/>
              </a:lnSpc>
              <a:spcBef>
                <a:spcPts val="120"/>
              </a:spcBef>
            </a:pPr>
            <a:r>
              <a:rPr lang="zh-TW" altLang="en-US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喜憂參半</a:t>
            </a:r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	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07" name="Google Shape;324;p32"/>
          <p:cNvSpPr txBox="1"/>
          <p:nvPr/>
        </p:nvSpPr>
        <p:spPr>
          <a:xfrm>
            <a:off x="10546551" y="495866"/>
            <a:ext cx="2779630" cy="203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204"/>
              </a:lnSpc>
            </a:pPr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JJ</a:t>
            </a:r>
            <a:endParaRPr lang="en-US" altLang="zh-TW"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204"/>
              </a:lnSpc>
            </a:pPr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QQ</a:t>
            </a:r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	</a:t>
            </a:r>
            <a:endParaRPr lang="en-US" altLang="zh-TW" sz="4400" b="1" dirty="0" smtClean="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204"/>
              </a:lnSpc>
            </a:pPr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KK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08" name="Google Shape;325;p32"/>
          <p:cNvSpPr txBox="1"/>
          <p:nvPr/>
        </p:nvSpPr>
        <p:spPr>
          <a:xfrm>
            <a:off x="681545" y="2265441"/>
            <a:ext cx="8773953" cy="4944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5 5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8 8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10 10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 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 K,</a:t>
            </a: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不論花色， 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在身體健康問題中出現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No Good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已亮紅燈如果問題為愛情之類，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</a:t>
            </a:r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“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雙</a:t>
            </a:r>
            <a:r>
              <a:rPr lang="en-US" altLang="zh-TW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”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的意思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喜憂參半的意思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>
              <a:spcBef>
                <a:spcPts val="59"/>
              </a:spcBef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marR="125729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舉例說明，我會有姻緣嗎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？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5729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是百分之百， 而且是二度姻緣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5729"/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他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愛我嗎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？答案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是愛，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但對方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愛的不只你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一個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5729"/>
            <a:r>
              <a:rPr 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身體好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嗎一半</a:t>
            </a:r>
            <a:r>
              <a:rPr 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工作好嗎沒有專注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愛我嗎還有別人喔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09" name="Google Shape;326;p32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0" name="Google Shape;347;p35"/>
          <p:cNvSpPr/>
          <p:nvPr/>
        </p:nvSpPr>
        <p:spPr>
          <a:xfrm>
            <a:off x="7478129" y="350842"/>
            <a:ext cx="4713870" cy="3935983"/>
          </a:xfrm>
          <a:custGeom>
            <a:avLst/>
            <a:gdLst/>
            <a:ahLst/>
            <a:cxnLst/>
            <a:rect l="l" t="t" r="r" b="b"/>
            <a:pathLst>
              <a:path w="4713870" h="3935983" extrusionOk="0">
                <a:moveTo>
                  <a:pt x="4713870" y="0"/>
                </a:moveTo>
                <a:lnTo>
                  <a:pt x="106691" y="0"/>
                </a:lnTo>
                <a:lnTo>
                  <a:pt x="63725" y="212210"/>
                </a:lnTo>
                <a:lnTo>
                  <a:pt x="29382" y="440259"/>
                </a:lnTo>
                <a:lnTo>
                  <a:pt x="7021" y="681236"/>
                </a:lnTo>
                <a:lnTo>
                  <a:pt x="0" y="932232"/>
                </a:lnTo>
                <a:lnTo>
                  <a:pt x="11675" y="1190337"/>
                </a:lnTo>
                <a:lnTo>
                  <a:pt x="45405" y="1452639"/>
                </a:lnTo>
                <a:lnTo>
                  <a:pt x="104549" y="1716230"/>
                </a:lnTo>
                <a:lnTo>
                  <a:pt x="192463" y="1978198"/>
                </a:lnTo>
                <a:lnTo>
                  <a:pt x="312507" y="2235634"/>
                </a:lnTo>
                <a:lnTo>
                  <a:pt x="468037" y="2485628"/>
                </a:lnTo>
                <a:lnTo>
                  <a:pt x="662413" y="2725268"/>
                </a:lnTo>
                <a:lnTo>
                  <a:pt x="898991" y="2951646"/>
                </a:lnTo>
                <a:lnTo>
                  <a:pt x="1181130" y="3161851"/>
                </a:lnTo>
                <a:lnTo>
                  <a:pt x="1512187" y="3352972"/>
                </a:lnTo>
                <a:lnTo>
                  <a:pt x="1895521" y="3522100"/>
                </a:lnTo>
                <a:lnTo>
                  <a:pt x="2334490" y="3666325"/>
                </a:lnTo>
                <a:lnTo>
                  <a:pt x="2832451" y="3782736"/>
                </a:lnTo>
                <a:lnTo>
                  <a:pt x="3392763" y="3868422"/>
                </a:lnTo>
                <a:lnTo>
                  <a:pt x="4018783" y="3920475"/>
                </a:lnTo>
                <a:lnTo>
                  <a:pt x="4713870" y="3935983"/>
                </a:lnTo>
                <a:lnTo>
                  <a:pt x="4713870" y="0"/>
                </a:lnTo>
                <a:close/>
              </a:path>
            </a:pathLst>
          </a:custGeom>
          <a:solidFill>
            <a:srgbClr val="E411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31" name="Google Shape;348;p35"/>
          <p:cNvSpPr txBox="1"/>
          <p:nvPr/>
        </p:nvSpPr>
        <p:spPr>
          <a:xfrm>
            <a:off x="8555531" y="703080"/>
            <a:ext cx="3636468" cy="279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1010</a:t>
            </a:r>
          </a:p>
          <a:p>
            <a:pPr marL="12700"/>
            <a:endParaRPr lang="en-US" altLang="zh-TW" sz="4400" b="1" dirty="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endParaRPr lang="en-US" altLang="zh-TW" sz="4400" b="1" dirty="0" smtClean="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zh-TW" altLang="en-US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zh-TW" altLang="en-US" sz="40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紛爭 不歡而散</a:t>
            </a:r>
            <a:r>
              <a:rPr lang="en-US" altLang="zh-TW" sz="40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	</a:t>
            </a:r>
            <a:endParaRPr lang="en-US" altLang="zh-TW" sz="4000" b="1" dirty="0" smtClean="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32" name="Google Shape;349;p35"/>
          <p:cNvSpPr txBox="1"/>
          <p:nvPr/>
        </p:nvSpPr>
        <p:spPr>
          <a:xfrm>
            <a:off x="703580" y="3759515"/>
            <a:ext cx="6835140" cy="283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 marR="12700" algn="just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10 10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 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 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 K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不論花色，在任何有關合作的問題中，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代表因意見相斥而造成紛爭不斷，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同性相斥就是這個</a:t>
            </a:r>
            <a:r>
              <a:rPr lang="zh-TW" altLang="en-US" sz="32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道理</a:t>
            </a:r>
            <a:endParaRPr lang="en-US" altLang="zh-TW" sz="32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 marR="12700" algn="just"/>
            <a:r>
              <a:rPr 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跟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000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合作好嗎有上面四組等於不歡而散</a:t>
            </a:r>
            <a:r>
              <a:rPr 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33" name="Google Shape;350;p35"/>
          <p:cNvSpPr/>
          <p:nvPr/>
        </p:nvSpPr>
        <p:spPr>
          <a:xfrm>
            <a:off x="425195" y="391990"/>
            <a:ext cx="1985010" cy="162839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36</a:t>
            </a:fld>
            <a:endParaRPr lang="zh-TW" altLang="en-US"/>
          </a:p>
        </p:txBody>
      </p:sp>
      <p:sp>
        <p:nvSpPr>
          <p:cNvPr id="7" name="Google Shape;348;p35"/>
          <p:cNvSpPr txBox="1"/>
          <p:nvPr/>
        </p:nvSpPr>
        <p:spPr>
          <a:xfrm>
            <a:off x="10721592" y="624126"/>
            <a:ext cx="3472862" cy="279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JJ</a:t>
            </a:r>
            <a:endParaRPr lang="en-US" altLang="zh-TW"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QQ</a:t>
            </a:r>
            <a:r>
              <a:rPr lang="en-US" altLang="zh-TW" sz="4400" b="1" dirty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	</a:t>
            </a:r>
          </a:p>
          <a:p>
            <a:pPr marL="12700"/>
            <a:r>
              <a:rPr lang="en-US" altLang="zh-TW" sz="4400" b="1" dirty="0" smtClean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KK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Google Shape;371;p38"/>
          <p:cNvSpPr txBox="1"/>
          <p:nvPr/>
        </p:nvSpPr>
        <p:spPr>
          <a:xfrm>
            <a:off x="757224" y="671136"/>
            <a:ext cx="5067300" cy="66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090"/>
              </a:lnSpc>
            </a:pPr>
            <a:r>
              <a:rPr lang="zh-TW" altLang="en-US" sz="4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</a:t>
            </a:r>
            <a:r>
              <a:rPr lang="zh-TW" altLang="en-US" sz="4400" b="1" u="sng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間計算規則 	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49" name="Google Shape;372;p38"/>
          <p:cNvSpPr/>
          <p:nvPr/>
        </p:nvSpPr>
        <p:spPr>
          <a:xfrm>
            <a:off x="0" y="1946464"/>
            <a:ext cx="414528" cy="3666744"/>
          </a:xfrm>
          <a:custGeom>
            <a:avLst/>
            <a:gdLst/>
            <a:ahLst/>
            <a:cxnLst/>
            <a:rect l="l" t="t" r="r" b="b"/>
            <a:pathLst>
              <a:path w="414528" h="3666744" extrusionOk="0">
                <a:moveTo>
                  <a:pt x="0" y="3666744"/>
                </a:moveTo>
                <a:lnTo>
                  <a:pt x="414528" y="3666744"/>
                </a:lnTo>
                <a:lnTo>
                  <a:pt x="414528" y="0"/>
                </a:lnTo>
                <a:lnTo>
                  <a:pt x="0" y="0"/>
                </a:lnTo>
                <a:lnTo>
                  <a:pt x="0" y="3666744"/>
                </a:lnTo>
                <a:close/>
              </a:path>
            </a:pathLst>
          </a:custGeom>
          <a:solidFill>
            <a:srgbClr val="FF41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50" name="Google Shape;373;p38"/>
          <p:cNvSpPr txBox="1"/>
          <p:nvPr/>
        </p:nvSpPr>
        <p:spPr>
          <a:xfrm>
            <a:off x="837086" y="1448883"/>
            <a:ext cx="12812817" cy="6336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64260"/>
            <a:r>
              <a:rPr lang="zh-TW" altLang="en-US" sz="2800" b="1" dirty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規則：抽四張牌來做</a:t>
            </a:r>
            <a:r>
              <a:rPr lang="zh-TW" altLang="en-US" sz="2800" b="1" dirty="0" smtClean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運算</a:t>
            </a:r>
            <a:r>
              <a:rPr lang="en-US" altLang="zh-TW" sz="2800" b="1" dirty="0" smtClean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800" b="1" dirty="0" smtClean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是高我來指引</a:t>
            </a:r>
            <a:r>
              <a:rPr lang="en-US" altLang="zh-TW" sz="2800" b="1" dirty="0" smtClean="0">
                <a:solidFill>
                  <a:srgbClr val="FF413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sz="2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78"/>
              </a:spcBef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一、取數：第一、三張牌相減，第二、四張牌相加，</a:t>
            </a:r>
            <a:endParaRPr sz="2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791335"/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各取其個位數來使用（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A=1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J=11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Q=12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K=13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）</a:t>
            </a:r>
            <a:endParaRPr sz="2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62"/>
              </a:spcBef>
            </a:pP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二、單位牌：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其中出現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則以“</a:t>
            </a:r>
            <a:r>
              <a:rPr lang="zh-TW" altLang="en-US" sz="3200" b="1" dirty="0">
                <a:solidFill>
                  <a:schemeClr val="bg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天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”為單位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146300"/>
            <a:r>
              <a:rPr lang="en-US" altLang="zh-TW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其中出現</a:t>
            </a:r>
            <a:r>
              <a:rPr lang="zh-TW" altLang="en-US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則以“</a:t>
            </a:r>
            <a:r>
              <a:rPr lang="zh-TW" altLang="en-US" sz="3200" b="1" dirty="0">
                <a:solidFill>
                  <a:schemeClr val="bg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週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”為單位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146300" marR="4237990" indent="-33654" algn="ctr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其中出現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則以“</a:t>
            </a:r>
            <a:r>
              <a:rPr lang="zh-TW" altLang="en-US" sz="3200" b="1" dirty="0">
                <a:solidFill>
                  <a:schemeClr val="bg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月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”為單位</a:t>
            </a:r>
            <a:endParaRPr lang="en-US" altLang="zh-TW" sz="32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146300" marR="4237990" indent="-33654" algn="ctr"/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其中出現</a:t>
            </a:r>
            <a:r>
              <a:rPr lang="en-US" altLang="zh-TW" sz="32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則以“</a:t>
            </a:r>
            <a:r>
              <a:rPr lang="zh-TW" altLang="en-US" sz="3200" b="1" dirty="0">
                <a:solidFill>
                  <a:schemeClr val="bg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年</a:t>
            </a:r>
            <a:r>
              <a:rPr lang="zh-TW" altLang="en-US" sz="32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”為單位</a:t>
            </a:r>
            <a:endParaRPr sz="32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/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三、單位的定位：</a:t>
            </a:r>
            <a:endParaRPr sz="2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：先出先贏：若同時出現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，以先出現的為主</a:t>
            </a:r>
            <a:endParaRPr sz="2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/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：少數服從多數：若同時出現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張以上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</a:t>
            </a: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，則以多數的為主</a:t>
            </a:r>
            <a:endParaRPr sz="2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37</a:t>
            </a:fld>
            <a:endParaRPr lang="zh-TW" altLang="en-US"/>
          </a:p>
        </p:txBody>
      </p:sp>
      <p:sp>
        <p:nvSpPr>
          <p:cNvPr id="2" name="矩形 1"/>
          <p:cNvSpPr/>
          <p:nvPr/>
        </p:nvSpPr>
        <p:spPr>
          <a:xfrm>
            <a:off x="3829529" y="5413153"/>
            <a:ext cx="33409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沒出現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AJQK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時間可長可短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Google Shape;371;p38"/>
          <p:cNvSpPr txBox="1"/>
          <p:nvPr/>
        </p:nvSpPr>
        <p:spPr>
          <a:xfrm>
            <a:off x="2740914" y="582804"/>
            <a:ext cx="8989678" cy="7898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090"/>
              </a:lnSpc>
            </a:pPr>
            <a:r>
              <a:rPr lang="zh-TW" altLang="en-US" sz="2800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</a:t>
            </a:r>
            <a:r>
              <a:rPr lang="en-US" altLang="zh-TW" sz="2800" b="1" dirty="0" smtClean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</a:t>
            </a:r>
            <a:r>
              <a:rPr lang="zh-TW" altLang="en-US" sz="2800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</a:t>
            </a:r>
            <a:r>
              <a:rPr lang="en-US" altLang="zh-TW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</a:t>
            </a:r>
            <a:r>
              <a:rPr lang="zh-TW" altLang="en-US" sz="2800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好牌</a:t>
            </a:r>
            <a:endParaRPr lang="en-US" altLang="zh-TW" sz="2800" b="1" dirty="0" smtClean="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r>
              <a:rPr lang="zh-TW" altLang="en-US" sz="28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</a:t>
            </a:r>
            <a:r>
              <a:rPr lang="en-US" altLang="zh-TW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</a:t>
            </a: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不好</a:t>
            </a:r>
            <a:r>
              <a:rPr lang="en-US" altLang="zh-TW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</a:t>
            </a: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不好牌</a:t>
            </a:r>
            <a:endParaRPr lang="en-US" altLang="zh-TW" sz="28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不好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</a:t>
            </a:r>
            <a:r>
              <a:rPr lang="zh-TW" altLang="en-US" sz="28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</a:t>
            </a:r>
            <a:r>
              <a:rPr lang="en-US" altLang="zh-TW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</a:t>
            </a:r>
            <a:r>
              <a:rPr lang="zh-TW" altLang="en-US" sz="2800" b="1" dirty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好</a:t>
            </a:r>
            <a:r>
              <a:rPr lang="zh-TW" altLang="en-US" sz="2800" b="1" dirty="0" smtClean="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牌</a:t>
            </a:r>
            <a:endParaRPr lang="en-US" altLang="zh-TW" sz="2800" b="1" dirty="0" smtClean="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不好</a:t>
            </a:r>
            <a:r>
              <a:rPr lang="en-US" altLang="zh-TW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</a:t>
            </a: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不好</a:t>
            </a:r>
            <a:r>
              <a:rPr lang="en-US" altLang="zh-TW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=</a:t>
            </a: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不好牌</a:t>
            </a:r>
            <a:endParaRPr lang="en-US" altLang="zh-TW" sz="2800" b="1" dirty="0" smtClean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要看過這</a:t>
            </a: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個人才能掌運牌卡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要自己翻牌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>
              <a:lnSpc>
                <a:spcPct val="119090"/>
              </a:lnSpc>
            </a:pP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增加</a:t>
            </a: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財富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高我告訴我怎們做數目目標時間點都要出來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>
              <a:lnSpc>
                <a:spcPct val="119090"/>
              </a:lnSpc>
            </a:pP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改善</a:t>
            </a: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感情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我要怎們做請高我告訴我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是自己要改變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>
              <a:lnSpc>
                <a:spcPct val="119090"/>
              </a:lnSpc>
            </a:pP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夫妻</a:t>
            </a: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關係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要兩人同時翻牌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>
              <a:lnSpc>
                <a:spcPct val="119090"/>
              </a:lnSpc>
            </a:pP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</a:t>
            </a: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醫生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門診的都可以問醫生緣可以問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>
              <a:lnSpc>
                <a:spcPct val="119090"/>
              </a:lnSpc>
            </a:pP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問牌</a:t>
            </a: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要專注有疑不問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(12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歲以上才能翻牌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>
              <a:lnSpc>
                <a:spcPct val="119090"/>
              </a:lnSpc>
            </a:pP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掉牌不問要重洗</a:t>
            </a:r>
            <a:endParaRPr lang="en-US" altLang="zh-TW" sz="2800" b="1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介紹</a:t>
            </a: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朋友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沒見面不能問因為沒有量子糾纏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</a:p>
          <a:p>
            <a:pPr marL="12700">
              <a:lnSpc>
                <a:spcPct val="119090"/>
              </a:lnSpc>
            </a:pPr>
            <a:r>
              <a:rPr lang="zh-TW" altLang="en-US" sz="28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</a:t>
            </a:r>
            <a:r>
              <a:rPr lang="zh-TW" altLang="en-US" sz="28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時間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(1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自行設定時間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至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張牌 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交給高我問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r>
              <a:rPr lang="zh-TW" altLang="en-US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張牌</a:t>
            </a:r>
            <a:r>
              <a:rPr lang="en-US" altLang="zh-TW" sz="20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)</a:t>
            </a:r>
            <a:endParaRPr lang="zh-TW" altLang="en-US" sz="20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endParaRPr lang="zh-TW" altLang="en-US" sz="2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endParaRPr lang="zh-TW" altLang="en-US" sz="2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2700">
              <a:lnSpc>
                <a:spcPct val="119090"/>
              </a:lnSpc>
            </a:pPr>
            <a:endParaRPr sz="28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8849" name="Google Shape;372;p38"/>
          <p:cNvSpPr/>
          <p:nvPr/>
        </p:nvSpPr>
        <p:spPr>
          <a:xfrm>
            <a:off x="0" y="1946464"/>
            <a:ext cx="414528" cy="3666744"/>
          </a:xfrm>
          <a:custGeom>
            <a:avLst/>
            <a:gdLst/>
            <a:ahLst/>
            <a:cxnLst/>
            <a:rect l="l" t="t" r="r" b="b"/>
            <a:pathLst>
              <a:path w="414528" h="3666744" extrusionOk="0">
                <a:moveTo>
                  <a:pt x="0" y="3666744"/>
                </a:moveTo>
                <a:lnTo>
                  <a:pt x="414528" y="3666744"/>
                </a:lnTo>
                <a:lnTo>
                  <a:pt x="414528" y="0"/>
                </a:lnTo>
                <a:lnTo>
                  <a:pt x="0" y="0"/>
                </a:lnTo>
                <a:lnTo>
                  <a:pt x="0" y="3666744"/>
                </a:lnTo>
                <a:close/>
              </a:path>
            </a:pathLst>
          </a:custGeom>
          <a:solidFill>
            <a:srgbClr val="FF41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38</a:t>
            </a:fld>
            <a:endParaRPr lang="zh-TW" altLang="en-US"/>
          </a:p>
        </p:txBody>
      </p:sp>
      <p:sp>
        <p:nvSpPr>
          <p:cNvPr id="7" name="Google Shape;371;p38"/>
          <p:cNvSpPr txBox="1"/>
          <p:nvPr/>
        </p:nvSpPr>
        <p:spPr>
          <a:xfrm>
            <a:off x="207264" y="138573"/>
            <a:ext cx="5067300" cy="66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090"/>
              </a:lnSpc>
            </a:pPr>
            <a:r>
              <a:rPr lang="zh-TW" altLang="en-US" sz="4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問卡規則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958171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Google Shape;372;p38"/>
          <p:cNvSpPr/>
          <p:nvPr/>
        </p:nvSpPr>
        <p:spPr>
          <a:xfrm>
            <a:off x="0" y="1946464"/>
            <a:ext cx="414528" cy="3666744"/>
          </a:xfrm>
          <a:custGeom>
            <a:avLst/>
            <a:gdLst/>
            <a:ahLst/>
            <a:cxnLst/>
            <a:rect l="l" t="t" r="r" b="b"/>
            <a:pathLst>
              <a:path w="414528" h="3666744" extrusionOk="0">
                <a:moveTo>
                  <a:pt x="0" y="3666744"/>
                </a:moveTo>
                <a:lnTo>
                  <a:pt x="414528" y="3666744"/>
                </a:lnTo>
                <a:lnTo>
                  <a:pt x="414528" y="0"/>
                </a:lnTo>
                <a:lnTo>
                  <a:pt x="0" y="0"/>
                </a:lnTo>
                <a:lnTo>
                  <a:pt x="0" y="3666744"/>
                </a:lnTo>
                <a:close/>
              </a:path>
            </a:pathLst>
          </a:custGeom>
          <a:solidFill>
            <a:srgbClr val="FF413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TW" smtClean="0"/>
              <a:pPr/>
              <a:t>39</a:t>
            </a:fld>
            <a:endParaRPr lang="zh-TW" altLang="en-US"/>
          </a:p>
        </p:txBody>
      </p:sp>
      <p:sp>
        <p:nvSpPr>
          <p:cNvPr id="7" name="Google Shape;371;p38"/>
          <p:cNvSpPr txBox="1"/>
          <p:nvPr/>
        </p:nvSpPr>
        <p:spPr>
          <a:xfrm>
            <a:off x="207264" y="138573"/>
            <a:ext cx="5067300" cy="666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>
              <a:lnSpc>
                <a:spcPct val="119090"/>
              </a:lnSpc>
            </a:pPr>
            <a:r>
              <a:rPr lang="zh-TW" altLang="en-US" sz="4400" b="1" dirty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掌運</a:t>
            </a:r>
            <a:r>
              <a:rPr lang="zh-TW" altLang="en-US" sz="4400" b="1" dirty="0" smtClean="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卡備註</a:t>
            </a:r>
            <a:endParaRPr sz="44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54699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3646</Words>
  <Application>Microsoft Office PowerPoint</Application>
  <PresentationFormat>自訂</PresentationFormat>
  <Paragraphs>468</Paragraphs>
  <Slides>40</Slides>
  <Notes>40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44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全心全意</vt:lpstr>
      <vt:lpstr>PowerPoint 簡報</vt:lpstr>
      <vt:lpstr>PowerPoint 簡報</vt:lpstr>
      <vt:lpstr>PowerPoint 簡報</vt:lpstr>
      <vt:lpstr>PowerPoint 簡報</vt:lpstr>
      <vt:lpstr>難解之結</vt:lpstr>
      <vt:lpstr>美麗的彩虹</vt:lpstr>
      <vt:lpstr>PowerPoint 簡報</vt:lpstr>
      <vt:lpstr>PowerPoint 簡報</vt:lpstr>
      <vt:lpstr>財富之神</vt:lpstr>
      <vt:lpstr>精銳戰士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Microsoft Office User</dc:creator>
  <cp:lastModifiedBy>carp</cp:lastModifiedBy>
  <cp:revision>28</cp:revision>
  <dcterms:created xsi:type="dcterms:W3CDTF">2024-09-03T21:09:03Z</dcterms:created>
  <dcterms:modified xsi:type="dcterms:W3CDTF">2025-03-05T11:28:19Z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2023-10-05T00:00:00Z</vt:filetime>
  </property>
  <property fmtid="{D5CDD505-2E9C-101B-9397-08002B2CF9AE}" pid="3" name="LastSaved">
    <vt:filetime>2024-09-04T00:00:00Z</vt:filetime>
  </property>
  <property fmtid="{D5CDD505-2E9C-101B-9397-08002B2CF9AE}" pid="4" name="ICV">
    <vt:lpwstr>517f772f6229437486e1503de43ee93c</vt:lpwstr>
  </property>
</Properties>
</file>